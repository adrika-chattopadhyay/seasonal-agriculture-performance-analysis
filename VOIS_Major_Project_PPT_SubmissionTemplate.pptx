
<file path=[Content_Types].xml><?xml version="1.0" encoding="utf-8"?>
<Types xmlns="http://schemas.openxmlformats.org/package/2006/content-types">
  <Default ContentType="image/jpeg" Extension="jfif"/>
  <Default ContentType="image/png" Extension="png"/>
  <Default ContentType="application/vnd.openxmlformats-package.relationships+xml" Extension="rels"/>
  <Default ContentType="application/xml" Extension="xml"/>
  <Override ContentType="application/vnd.openxmlformats-officedocument.presentationml.presentation.main+xml" PartName="/ppt/presentation.xml"/>
  <Override ContentType="application/vnd.openxmlformats-officedocument.customXmlProperties+xml" PartName="/customXml/itemProps1.xml"/>
  <Override ContentType="application/vnd.openxmlformats-officedocument.customXmlProperties+xml" PartName="/customXml/itemProps2.xml"/>
  <Override ContentType="application/vnd.openxmlformats-officedocument.customXmlProperties+xml" PartName="/customXml/itemProps3.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slide+xml" PartName="/ppt/slides/slide108.xml"/>
  <Override ContentType="application/vnd.openxmlformats-officedocument.presentationml.slide+xml" PartName="/ppt/slides/slide109.xml"/>
  <Override ContentType="application/vnd.openxmlformats-officedocument.presentationml.slide+xml" PartName="/ppt/slides/slide110.xml"/>
  <Override ContentType="application/vnd.openxmlformats-officedocument.presentationml.slide+xml" PartName="/ppt/slides/slide111.xml"/>
  <Override ContentType="application/vnd.openxmlformats-officedocument.presentationml.slide+xml" PartName="/ppt/slides/slide112.xml"/>
  <Override ContentType="application/vnd.openxmlformats-officedocument.presentationml.slide+xml" PartName="/ppt/slides/slide113.xml"/>
  <Override ContentType="application/vnd.openxmlformats-officedocument.presentationml.slide+xml" PartName="/ppt/slides/slide114.xml"/>
  <Override ContentType="application/vnd.openxmlformats-officedocument.presentationml.slide+xml" PartName="/ppt/slides/slide115.xml"/>
  <Override ContentType="application/vnd.openxmlformats-officedocument.presentationml.slide+xml" PartName="/ppt/slides/slide116.xml"/>
  <Override ContentType="application/vnd.openxmlformats-officedocument.presentationml.slide+xml" PartName="/ppt/slides/slide117.xml"/>
  <Override ContentType="application/vnd.openxmlformats-officedocument.presentationml.slide+xml" PartName="/ppt/slides/slide118.xml"/>
  <Override ContentType="application/vnd.openxmlformats-officedocument.presentationml.slide+xml" PartName="/ppt/slides/slide119.xml"/>
  <Override ContentType="application/vnd.openxmlformats-officedocument.presentationml.slide+xml" PartName="/ppt/slides/slide120.xml"/>
  <Override ContentType="application/vnd.openxmlformats-officedocument.presentationml.slide+xml" PartName="/ppt/slides/slide121.xml"/>
  <Override ContentType="application/vnd.openxmlformats-officedocument.presentationml.slide+xml" PartName="/ppt/slides/slide122.xml"/>
  <Override ContentType="application/vnd.openxmlformats-officedocument.presentationml.slide+xml" PartName="/ppt/slides/slide123.xml"/>
  <Override ContentType="application/vnd.openxmlformats-officedocument.presentationml.slide+xml" PartName="/ppt/slides/slide124.xml"/>
  <Override ContentType="application/vnd.openxmlformats-officedocument.presentationml.slide+xml" PartName="/ppt/slides/slide125.xml"/>
  <Override ContentType="application/vnd.openxmlformats-officedocument.presentationml.slide+xml" PartName="/ppt/slides/slide126.xml"/>
  <Override ContentType="application/vnd.openxmlformats-officedocument.presentationml.slide+xml" PartName="/ppt/slides/slide127.xml"/>
  <Override ContentType="application/vnd.openxmlformats-officedocument.presentationml.slide+xml" PartName="/ppt/slides/slide128.xml"/>
  <Override ContentType="application/vnd.openxmlformats-officedocument.presentationml.slide+xml" PartName="/ppt/slides/slide129.xml"/>
  <Override ContentType="application/vnd.openxmlformats-officedocument.presentationml.slide+xml" PartName="/ppt/slides/slide130.xml"/>
  <Override ContentType="application/vnd.openxmlformats-officedocument.presentationml.slide+xml" PartName="/ppt/slides/slide131.xml"/>
  <Override ContentType="application/vnd.openxmlformats-officedocument.presentationml.slide+xml" PartName="/ppt/slides/slide132.xml"/>
  <Override ContentType="application/vnd.openxmlformats-officedocument.presentationml.slide+xml" PartName="/ppt/slides/slide133.xml"/>
  <Override ContentType="application/vnd.openxmlformats-officedocument.presentationml.slide+xml" PartName="/ppt/slides/slide134.xml"/>
  <Override ContentType="application/vnd.openxmlformats-officedocument.presentationml.slide+xml" PartName="/ppt/slides/slide135.xml"/>
  <Override ContentType="application/vnd.openxmlformats-officedocument.presentationml.slide+xml" PartName="/ppt/slides/slide136.xml"/>
  <Override ContentType="application/vnd.openxmlformats-officedocument.presentationml.slide+xml" PartName="/ppt/slides/slide137.xml"/>
  <Override ContentType="application/vnd.openxmlformats-officedocument.presentationml.slide+xml" PartName="/ppt/slides/slide138.xml"/>
  <Override ContentType="application/vnd.openxmlformats-officedocument.presentationml.slide+xml" PartName="/ppt/slides/slide139.xml"/>
  <Override ContentType="application/vnd.openxmlformats-officedocument.presentationml.slide+xml" PartName="/ppt/slides/slide140.xml"/>
  <Override ContentType="application/vnd.openxmlformats-officedocument.presentationml.slide+xml" PartName="/ppt/slides/slide141.xml"/>
  <Override ContentType="application/vnd.openxmlformats-officedocument.presentationml.slide+xml" PartName="/ppt/slides/slide142.xml"/>
  <Override ContentType="application/vnd.openxmlformats-officedocument.presentationml.slide+xml" PartName="/ppt/slides/slide143.xml"/>
  <Override ContentType="application/vnd.openxmlformats-officedocument.presentationml.slide+xml" PartName="/ppt/slides/slide144.xml"/>
  <Override ContentType="application/vnd.openxmlformats-officedocument.presentationml.slide+xml" PartName="/ppt/slides/slide145.xml"/>
  <Override ContentType="application/vnd.openxmlformats-officedocument.presentationml.slide+xml" PartName="/ppt/slides/slide146.xml"/>
  <Override ContentType="application/vnd.openxmlformats-officedocument.presentationml.slide+xml" PartName="/ppt/slides/slide147.xml"/>
  <Override ContentType="application/vnd.openxmlformats-officedocument.presentationml.slide+xml" PartName="/ppt/slides/slide148.xml"/>
  <Override ContentType="application/vnd.openxmlformats-officedocument.presentationml.slide+xml" PartName="/ppt/slides/slide149.xml"/>
  <Override ContentType="application/vnd.openxmlformats-officedocument.presentationml.slide+xml" PartName="/ppt/slides/slide150.xml"/>
  <Override ContentType="application/vnd.openxmlformats-officedocument.presentationml.slide+xml" PartName="/ppt/slides/slide151.xml"/>
  <Override ContentType="application/vnd.openxmlformats-officedocument.presentationml.slide+xml" PartName="/ppt/slides/slide152.xml"/>
  <Override ContentType="application/vnd.openxmlformats-officedocument.presentationml.slide+xml" PartName="/ppt/slides/slide153.xml"/>
  <Override ContentType="application/vnd.openxmlformats-officedocument.presentationml.slide+xml" PartName="/ppt/slides/slide154.xml"/>
  <Override ContentType="application/vnd.openxmlformats-officedocument.presentationml.slide+xml" PartName="/ppt/slides/slide155.xml"/>
  <Override ContentType="application/vnd.openxmlformats-officedocument.presentationml.slide+xml" PartName="/ppt/slides/slide156.xml"/>
  <Override ContentType="application/vnd.openxmlformats-officedocument.presentationml.notesMaster+xml" PartName="/ppt/notesMasters/notesMaster1.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xml"/>
  <Override ContentType="application/vnd.ms-powerpoint.revisioninfo+xml" PartName="/ppt/revisionInfo.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Default ContentType="image/jpeg" Extension="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1"/>
  </p:notesMasterIdLst>
  <p:handoutMasterIdLst>
    <p:handoutMasterId r:id="rId162"/>
  </p:handoutMasterIdLst>
  <p:sldIdLst>
    <p:sldId id="338" r:id="rId5"/>
    <p:sldId id="327" r:id="rId6"/>
    <p:sldId id="315" r:id="rId7"/>
    <p:sldId id="329" r:id="rId8"/>
    <p:sldId id="302" r:id="rId9"/>
    <p:sldId id="339" r:id="rId10"/>
    <p:sldId id="340" r:id="rId11"/>
    <p:sldId id="344"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45" r:id="rId28"/>
    <p:sldId id="364" r:id="rId29"/>
    <p:sldId id="346" r:id="rId30"/>
    <p:sldId id="365" r:id="rId31"/>
    <p:sldId id="366" r:id="rId32"/>
    <p:sldId id="367" r:id="rId33"/>
    <p:sldId id="368" r:id="rId34"/>
    <p:sldId id="369" r:id="rId35"/>
    <p:sldId id="370" r:id="rId36"/>
    <p:sldId id="371" r:id="rId37"/>
    <p:sldId id="372" r:id="rId38"/>
    <p:sldId id="373" r:id="rId39"/>
    <p:sldId id="374" r:id="rId40"/>
    <p:sldId id="375" r:id="rId41"/>
    <p:sldId id="376" r:id="rId42"/>
    <p:sldId id="377" r:id="rId43"/>
    <p:sldId id="378" r:id="rId44"/>
    <p:sldId id="379" r:id="rId45"/>
    <p:sldId id="380" r:id="rId46"/>
    <p:sldId id="381" r:id="rId47"/>
    <p:sldId id="382" r:id="rId48"/>
    <p:sldId id="383" r:id="rId49"/>
    <p:sldId id="384" r:id="rId50"/>
    <p:sldId id="385" r:id="rId51"/>
    <p:sldId id="386" r:id="rId52"/>
    <p:sldId id="387" r:id="rId53"/>
    <p:sldId id="388" r:id="rId54"/>
    <p:sldId id="389" r:id="rId55"/>
    <p:sldId id="390" r:id="rId56"/>
    <p:sldId id="391" r:id="rId57"/>
    <p:sldId id="392" r:id="rId58"/>
    <p:sldId id="393" r:id="rId59"/>
    <p:sldId id="394" r:id="rId60"/>
    <p:sldId id="395" r:id="rId61"/>
    <p:sldId id="396" r:id="rId62"/>
    <p:sldId id="397" r:id="rId63"/>
    <p:sldId id="398" r:id="rId64"/>
    <p:sldId id="399" r:id="rId65"/>
    <p:sldId id="400" r:id="rId66"/>
    <p:sldId id="401" r:id="rId67"/>
    <p:sldId id="402" r:id="rId68"/>
    <p:sldId id="403" r:id="rId69"/>
    <p:sldId id="404" r:id="rId70"/>
    <p:sldId id="405" r:id="rId71"/>
    <p:sldId id="406" r:id="rId72"/>
    <p:sldId id="410" r:id="rId73"/>
    <p:sldId id="411" r:id="rId74"/>
    <p:sldId id="412" r:id="rId75"/>
    <p:sldId id="413" r:id="rId76"/>
    <p:sldId id="414" r:id="rId77"/>
    <p:sldId id="415" r:id="rId78"/>
    <p:sldId id="416" r:id="rId79"/>
    <p:sldId id="417" r:id="rId80"/>
    <p:sldId id="418" r:id="rId81"/>
    <p:sldId id="419" r:id="rId82"/>
    <p:sldId id="420" r:id="rId83"/>
    <p:sldId id="421" r:id="rId84"/>
    <p:sldId id="422" r:id="rId85"/>
    <p:sldId id="423" r:id="rId86"/>
    <p:sldId id="424" r:id="rId87"/>
    <p:sldId id="425" r:id="rId88"/>
    <p:sldId id="426" r:id="rId89"/>
    <p:sldId id="427" r:id="rId90"/>
    <p:sldId id="428" r:id="rId91"/>
    <p:sldId id="429" r:id="rId92"/>
    <p:sldId id="430" r:id="rId93"/>
    <p:sldId id="431" r:id="rId94"/>
    <p:sldId id="432" r:id="rId95"/>
    <p:sldId id="433" r:id="rId96"/>
    <p:sldId id="407" r:id="rId97"/>
    <p:sldId id="434" r:id="rId98"/>
    <p:sldId id="435" r:id="rId99"/>
    <p:sldId id="436" r:id="rId100"/>
    <p:sldId id="437" r:id="rId101"/>
    <p:sldId id="438" r:id="rId102"/>
    <p:sldId id="439" r:id="rId103"/>
    <p:sldId id="440" r:id="rId104"/>
    <p:sldId id="441" r:id="rId105"/>
    <p:sldId id="442" r:id="rId106"/>
    <p:sldId id="443" r:id="rId107"/>
    <p:sldId id="444" r:id="rId108"/>
    <p:sldId id="445" r:id="rId109"/>
    <p:sldId id="446" r:id="rId110"/>
    <p:sldId id="447" r:id="rId111"/>
    <p:sldId id="448" r:id="rId112"/>
    <p:sldId id="449" r:id="rId113"/>
    <p:sldId id="450" r:id="rId114"/>
    <p:sldId id="451" r:id="rId115"/>
    <p:sldId id="452" r:id="rId116"/>
    <p:sldId id="453" r:id="rId117"/>
    <p:sldId id="454" r:id="rId118"/>
    <p:sldId id="455" r:id="rId119"/>
    <p:sldId id="456" r:id="rId120"/>
    <p:sldId id="457" r:id="rId121"/>
    <p:sldId id="458" r:id="rId122"/>
    <p:sldId id="459" r:id="rId123"/>
    <p:sldId id="460" r:id="rId124"/>
    <p:sldId id="461" r:id="rId125"/>
    <p:sldId id="462" r:id="rId126"/>
    <p:sldId id="463" r:id="rId127"/>
    <p:sldId id="464" r:id="rId128"/>
    <p:sldId id="465" r:id="rId129"/>
    <p:sldId id="466" r:id="rId130"/>
    <p:sldId id="467" r:id="rId131"/>
    <p:sldId id="468" r:id="rId132"/>
    <p:sldId id="469" r:id="rId133"/>
    <p:sldId id="470" r:id="rId134"/>
    <p:sldId id="471" r:id="rId135"/>
    <p:sldId id="472" r:id="rId136"/>
    <p:sldId id="473" r:id="rId137"/>
    <p:sldId id="474" r:id="rId138"/>
    <p:sldId id="475" r:id="rId139"/>
    <p:sldId id="476" r:id="rId140"/>
    <p:sldId id="477" r:id="rId141"/>
    <p:sldId id="478" r:id="rId142"/>
    <p:sldId id="479" r:id="rId143"/>
    <p:sldId id="480" r:id="rId144"/>
    <p:sldId id="481" r:id="rId145"/>
    <p:sldId id="482" r:id="rId146"/>
    <p:sldId id="483" r:id="rId147"/>
    <p:sldId id="484" r:id="rId148"/>
    <p:sldId id="408" r:id="rId149"/>
    <p:sldId id="409" r:id="rId150"/>
    <p:sldId id="485" r:id="rId151"/>
    <p:sldId id="486" r:id="rId152"/>
    <p:sldId id="487" r:id="rId153"/>
    <p:sldId id="488" r:id="rId154"/>
    <p:sldId id="489" r:id="rId155"/>
    <p:sldId id="347" r:id="rId156"/>
    <p:sldId id="348" r:id="rId157"/>
    <p:sldId id="342" r:id="rId158"/>
    <p:sldId id="343" r:id="rId159"/>
    <p:sldId id="304" r:id="rId1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36864-2DD3-4217-B026-43CDC3CFBFE3}" v="2387" dt="2026-09-08T16:16:41.628"/>
    <p1510:client id="{994FCDAE-67AC-4F1B-827B-7887B96D032C}" v="1212" dt="2026-09-08T20:28:41.097"/>
    <p1510:client id="{B0AB5BB9-D669-406B-8825-EF047EFB2991}" v="246" dt="2026-09-09T09:26:58.942"/>
    <p1510:client id="{C9F4C173-1A4F-4B32-B2CC-3392E83534FF}" v="13" dt="2026-09-09T13:24:0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notesMaster" Target="notesMasters/notesMaster1.xml"/><Relationship Id="rId16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theme" Target="theme/theme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arget="../media/image11.jpeg" Type="http://schemas.openxmlformats.org/officeDocument/2006/relationships/image"/><Relationship Id="rId2" Target="../media/image1.jfif" Type="http://schemas.openxmlformats.org/officeDocument/2006/relationships/image"/><Relationship Id="rId1" Target="../slideLayouts/slideLayout19.xml" Type="http://schemas.openxmlformats.org/officeDocument/2006/relationships/slideLayout"/><Relationship Id="rId4" Target="../media/image12.png" Type="http://schemas.openxmlformats.org/officeDocument/2006/relationships/image"/></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arget="../media/image23.jpeg" Type="http://schemas.openxmlformats.org/officeDocument/2006/relationships/image"/><Relationship Id="rId2" Target="../media/image1.jfif" Type="http://schemas.openxmlformats.org/officeDocument/2006/relationships/image"/><Relationship Id="rId1" Target="../slideLayouts/slideLayout19.xml" Type="http://schemas.openxmlformats.org/officeDocument/2006/relationships/slideLayout"/><Relationship Id="rId4" Target="../media/image24.png" Type="http://schemas.openxmlformats.org/officeDocument/2006/relationships/image"/></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arget="../media/image59.jpeg" Type="http://schemas.openxmlformats.org/officeDocument/2006/relationships/image"/><Relationship Id="rId2" Target="../media/image1.jfif" Type="http://schemas.openxmlformats.org/officeDocument/2006/relationships/image"/><Relationship Id="rId1" Target="../slideLayouts/slideLayout19.xml" Type="http://schemas.openxmlformats.org/officeDocument/2006/relationships/slideLayout"/></Relationships>
</file>

<file path=ppt/slides/_rels/slide5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3" Target="../media/image68.jpeg" Type="http://schemas.openxmlformats.org/officeDocument/2006/relationships/image"/><Relationship Id="rId2" Target="../media/image1.jfif" Type="http://schemas.openxmlformats.org/officeDocument/2006/relationships/image"/><Relationship Id="rId1" Target="../slideLayouts/slideLayout19.xml" Type="http://schemas.openxmlformats.org/officeDocument/2006/relationships/slideLayout"/></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0.png"/></Relationships>
</file>

<file path=ppt/slides/_rels/slide6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0.png"/></Relationships>
</file>

<file path=ppt/slides/_rels/slide9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4.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4.xml.rels><?xml version="1.0" encoding="UTF-8" standalone="yes"?>
<Relationships xmlns="http://schemas.openxmlformats.org/package/2006/relationships"><Relationship Id="rId3" Type="http://schemas.openxmlformats.org/officeDocument/2006/relationships/hyperlink" Target="https://github.com/Adrika-Chattopadhyay/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5.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idx="11" sz="quarter" type="body"/>
          </p:nvPr>
        </p:nvSpPr>
        <p:spPr>
          <a:xfrm>
            <a:off x="1392283" y="3644874"/>
            <a:ext cx="10095529" cy="800537"/>
          </a:xfrm>
        </p:spPr>
        <p:txBody>
          <a:bodyPr anchor="t" bIns="45720" lIns="91440" rIns="91440" rtlCol="0" tIns="45720" vert="horz">
            <a:normAutofit fontScale="92500"/>
          </a:bodyPr>
          <a:lstStyle/>
          <a:p>
            <a:r>
              <a:rPr dirty="0" lang="en-US">
                <a:solidFill>
                  <a:schemeClr val="tx1"/>
                </a:solidFill>
              </a:rPr>
              <a:t>Student Name – ADRIKA CHATTOPADHYAY</a:t>
            </a:r>
            <a:r>
              <a:rPr b="0" dirty="0" lang="en-US">
                <a:solidFill>
                  <a:schemeClr val="tx1"/>
                </a:solidFill>
              </a:rPr>
              <a:t> </a:t>
            </a:r>
            <a:endParaRPr b="0" dirty="0" lang="en-IN">
              <a:solidFill>
                <a:schemeClr val="tx1"/>
              </a:solidFill>
            </a:endParaRPr>
          </a:p>
          <a:p>
            <a:r>
              <a:rPr dirty="0" lang="en-US">
                <a:solidFill>
                  <a:schemeClr val="tx1"/>
                </a:solidFill>
              </a:rPr>
              <a:t>College Name – UNIVERSITY INSTITUTE OF TECHNOLOGY, THE UNIVERSITY OF BURDWAN</a:t>
            </a:r>
            <a:endParaRPr dirty="0" lang="en-IN">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793950"/>
            <a:ext cx="10902404" cy="858110"/>
          </a:xfrm>
        </p:spPr>
        <p:txBody>
          <a:bodyPr>
            <a:normAutofit fontScale="90000"/>
          </a:bodyPr>
          <a:lstStyle/>
          <a:p>
            <a:r>
              <a:rPr dirty="0" lang="en-GB" sz="3200"/>
              <a:t>PROJECT TITLE – Seasonal Agriculture Performance Analysis</a:t>
            </a:r>
            <a:endParaRPr dirty="0" lang="en-IN" sz="320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bIns="45720" lIns="91440" rIns="91440" rtlCol="0" tIns="45720" vert="horz">
            <a:normAutofit/>
          </a:bodyPr>
          <a:lstStyle>
            <a:lvl1pPr algn="l" defTabSz="457200" eaLnBrk="1" hangingPunct="1" indent="0" latinLnBrk="0" marL="0" rtl="0">
              <a:spcBef>
                <a:spcPts val="1000"/>
              </a:spcBef>
              <a:spcAft>
                <a:spcPts val="0"/>
              </a:spcAft>
              <a:buClr>
                <a:schemeClr val="accent1"/>
              </a:buClr>
              <a:buSzPct val="80000"/>
              <a:buFont charset="2" typeface="Wingdings 3"/>
              <a:buNone/>
              <a:defRPr b="1" kern="1200" sz="2000">
                <a:solidFill>
                  <a:schemeClr val="accent4"/>
                </a:solidFill>
                <a:latin typeface="+mj-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None/>
              <a:defRPr kern="1200" sz="20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40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394286" y="4657749"/>
            <a:ext cx="5320122" cy="369332"/>
          </a:xfrm>
          <a:prstGeom prst="rect">
            <a:avLst/>
          </a:prstGeom>
          <a:noFill/>
        </p:spPr>
        <p:txBody>
          <a:bodyPr anchor="t" bIns="45720" lIns="91440" rIns="91440" rtlCol="0" tIns="45720" wrap="square">
            <a:spAutoFit/>
          </a:bodyPr>
          <a:lstStyle/>
          <a:p>
            <a:r>
              <a:rPr b="1" dirty="0" lang="en-US"/>
              <a:t>AICTE STU ID : </a:t>
            </a:r>
            <a:r>
              <a:rPr b="1" dirty="0" lang="en-US">
                <a:solidFill>
                  <a:srgbClr val="333333"/>
                </a:solidFill>
                <a:highlight>
                  <a:srgbClr val="FFFFFF"/>
                </a:highlight>
              </a:rPr>
              <a:t>STU6a6ca87b25a2b1785505915</a:t>
            </a:r>
            <a:endParaRPr b="1" dirty="0" lang="en-US"/>
          </a:p>
        </p:txBody>
      </p:sp>
    </p:spTree>
    <p:extLst>
      <p:ext uri="{BB962C8B-B14F-4D97-AF65-F5344CB8AC3E}">
        <p14:creationId xmlns:p14="http://schemas.microsoft.com/office/powerpoint/2010/main" val="160401344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6" presetSubtype="0">
                                  <p:stCondLst>
                                    <p:cond delay="0"/>
                                  </p:stCondLst>
                                  <p:childTnLst>
                                    <p:set>
                                      <p:cBhvr>
                                        <p:cTn dur="1" fill="hold" id="6">
                                          <p:stCondLst>
                                            <p:cond delay="0"/>
                                          </p:stCondLst>
                                        </p:cTn>
                                        <p:tgtEl>
                                          <p:spTgt spid="4"/>
                                        </p:tgtEl>
                                        <p:attrNameLst>
                                          <p:attrName>style.visibility</p:attrName>
                                        </p:attrNameLst>
                                      </p:cBhvr>
                                      <p:to>
                                        <p:strVal val="visible"/>
                                      </p:to>
                                    </p:set>
                                    <p:animEffect filter="wipe(down)" transition="in">
                                      <p:cBhvr>
                                        <p:cTn dur="580" id="7">
                                          <p:stCondLst>
                                            <p:cond delay="0"/>
                                          </p:stCondLst>
                                        </p:cTn>
                                        <p:tgtEl>
                                          <p:spTgt spid="4"/>
                                        </p:tgtEl>
                                      </p:cBhvr>
                                    </p:animEffect>
                                    <p:anim calcmode="lin" valueType="num">
                                      <p:cBhvr>
                                        <p:cTn dur="1822" id="8"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dur="664" id="9" tmFilter="0.0,0.0; 0.25,0.07; 0.50,0.2; 0.75,0.467; 1.0,1.0">
                                          <p:stCondLst>
                                            <p:cond delay="0"/>
                                          </p:stCondLst>
                                        </p:cTn>
                                        <p:tgtEl>
                                          <p:spTgt spid="4"/>
                                        </p:tgtEl>
                                        <p:attrNameLst>
                                          <p:attrName>ppt_y</p:attrName>
                                        </p:attrNameLst>
                                      </p:cBhvr>
                                      <p:tavLst>
                                        <p:tav fmla="#ppt_y-sin(pi*$)/3" tm="0">
                                          <p:val>
                                            <p:fltVal val="0.5"/>
                                          </p:val>
                                        </p:tav>
                                        <p:tav tm="100000">
                                          <p:val>
                                            <p:fltVal val="1"/>
                                          </p:val>
                                        </p:tav>
                                      </p:tavLst>
                                    </p:anim>
                                    <p:anim calcmode="lin" valueType="num">
                                      <p:cBhvr>
                                        <p:cTn dur="664" id="10" tmFilter="0, 0; 0.125,0.2665; 0.25,0.4; 0.375,0.465; 0.5,0.5;  0.625,0.535; 0.75,0.6; 0.875,0.7335; 1,1">
                                          <p:stCondLst>
                                            <p:cond delay="664"/>
                                          </p:stCondLst>
                                        </p:cTn>
                                        <p:tgtEl>
                                          <p:spTgt spid="4"/>
                                        </p:tgtEl>
                                        <p:attrNameLst>
                                          <p:attrName>ppt_y</p:attrName>
                                        </p:attrNameLst>
                                      </p:cBhvr>
                                      <p:tavLst>
                                        <p:tav fmla="#ppt_y-sin(pi*$)/9" tm="0">
                                          <p:val>
                                            <p:fltVal val="0"/>
                                          </p:val>
                                        </p:tav>
                                        <p:tav tm="100000">
                                          <p:val>
                                            <p:fltVal val="1"/>
                                          </p:val>
                                        </p:tav>
                                      </p:tavLst>
                                    </p:anim>
                                    <p:anim calcmode="lin" valueType="num">
                                      <p:cBhvr>
                                        <p:cTn dur="332" id="11" tmFilter="0, 0; 0.125,0.2665; 0.25,0.4; 0.375,0.465; 0.5,0.5;  0.625,0.535; 0.75,0.6; 0.875,0.7335; 1,1">
                                          <p:stCondLst>
                                            <p:cond delay="1324"/>
                                          </p:stCondLst>
                                        </p:cTn>
                                        <p:tgtEl>
                                          <p:spTgt spid="4"/>
                                        </p:tgtEl>
                                        <p:attrNameLst>
                                          <p:attrName>ppt_y</p:attrName>
                                        </p:attrNameLst>
                                      </p:cBhvr>
                                      <p:tavLst>
                                        <p:tav fmla="#ppt_y-sin(pi*$)/27" tm="0">
                                          <p:val>
                                            <p:fltVal val="0"/>
                                          </p:val>
                                        </p:tav>
                                        <p:tav tm="100000">
                                          <p:val>
                                            <p:fltVal val="1"/>
                                          </p:val>
                                        </p:tav>
                                      </p:tavLst>
                                    </p:anim>
                                    <p:anim calcmode="lin" valueType="num">
                                      <p:cBhvr>
                                        <p:cTn dur="164" id="12" tmFilter="0, 0; 0.125,0.2665; 0.25,0.4; 0.375,0.465; 0.5,0.5;  0.625,0.535; 0.75,0.6; 0.875,0.7335; 1,1">
                                          <p:stCondLst>
                                            <p:cond delay="1656"/>
                                          </p:stCondLst>
                                        </p:cTn>
                                        <p:tgtEl>
                                          <p:spTgt spid="4"/>
                                        </p:tgtEl>
                                        <p:attrNameLst>
                                          <p:attrName>ppt_y</p:attrName>
                                        </p:attrNameLst>
                                      </p:cBhvr>
                                      <p:tavLst>
                                        <p:tav fmla="#ppt_y-sin(pi*$)/81" tm="0">
                                          <p:val>
                                            <p:fltVal val="0"/>
                                          </p:val>
                                        </p:tav>
                                        <p:tav tm="100000">
                                          <p:val>
                                            <p:fltVal val="1"/>
                                          </p:val>
                                        </p:tav>
                                      </p:tavLst>
                                    </p:anim>
                                    <p:animScale>
                                      <p:cBhvr>
                                        <p:cTn dur="26" id="13">
                                          <p:stCondLst>
                                            <p:cond delay="650"/>
                                          </p:stCondLst>
                                        </p:cTn>
                                        <p:tgtEl>
                                          <p:spTgt spid="4"/>
                                        </p:tgtEl>
                                      </p:cBhvr>
                                      <p:to x="100000" y="60000"/>
                                    </p:animScale>
                                    <p:animScale>
                                      <p:cBhvr>
                                        <p:cTn decel="50000" dur="166" id="14">
                                          <p:stCondLst>
                                            <p:cond delay="676"/>
                                          </p:stCondLst>
                                        </p:cTn>
                                        <p:tgtEl>
                                          <p:spTgt spid="4"/>
                                        </p:tgtEl>
                                      </p:cBhvr>
                                      <p:to x="100000" y="100000"/>
                                    </p:animScale>
                                    <p:animScale>
                                      <p:cBhvr>
                                        <p:cTn dur="26" id="15">
                                          <p:stCondLst>
                                            <p:cond delay="1312"/>
                                          </p:stCondLst>
                                        </p:cTn>
                                        <p:tgtEl>
                                          <p:spTgt spid="4"/>
                                        </p:tgtEl>
                                      </p:cBhvr>
                                      <p:to x="100000" y="80000"/>
                                    </p:animScale>
                                    <p:animScale>
                                      <p:cBhvr>
                                        <p:cTn decel="50000" dur="166" id="16">
                                          <p:stCondLst>
                                            <p:cond delay="1338"/>
                                          </p:stCondLst>
                                        </p:cTn>
                                        <p:tgtEl>
                                          <p:spTgt spid="4"/>
                                        </p:tgtEl>
                                      </p:cBhvr>
                                      <p:to x="100000" y="100000"/>
                                    </p:animScale>
                                    <p:animScale>
                                      <p:cBhvr>
                                        <p:cTn dur="26" id="17">
                                          <p:stCondLst>
                                            <p:cond delay="1642"/>
                                          </p:stCondLst>
                                        </p:cTn>
                                        <p:tgtEl>
                                          <p:spTgt spid="4"/>
                                        </p:tgtEl>
                                      </p:cBhvr>
                                      <p:to x="100000" y="90000"/>
                                    </p:animScale>
                                    <p:animScale>
                                      <p:cBhvr>
                                        <p:cTn decel="50000" dur="166" id="18">
                                          <p:stCondLst>
                                            <p:cond delay="1668"/>
                                          </p:stCondLst>
                                        </p:cTn>
                                        <p:tgtEl>
                                          <p:spTgt spid="4"/>
                                        </p:tgtEl>
                                      </p:cBhvr>
                                      <p:to x="100000" y="100000"/>
                                    </p:animScale>
                                    <p:animScale>
                                      <p:cBhvr>
                                        <p:cTn dur="26" id="19">
                                          <p:stCondLst>
                                            <p:cond delay="1808"/>
                                          </p:stCondLst>
                                        </p:cTn>
                                        <p:tgtEl>
                                          <p:spTgt spid="4"/>
                                        </p:tgtEl>
                                      </p:cBhvr>
                                      <p:to x="100000" y="95000"/>
                                    </p:animScale>
                                    <p:animScale>
                                      <p:cBhvr>
                                        <p:cTn decel="50000" dur="166" id="20">
                                          <p:stCondLst>
                                            <p:cond delay="1834"/>
                                          </p:stCondLst>
                                        </p:cTn>
                                        <p:tgtEl>
                                          <p:spTgt spid="4"/>
                                        </p:tgtEl>
                                      </p:cBhvr>
                                      <p:to x="100000" y="100000"/>
                                    </p:animScale>
                                  </p:childTnLst>
                                </p:cTn>
                              </p:par>
                            </p:childTnLst>
                          </p:cTn>
                        </p:par>
                      </p:childTnLst>
                    </p:cTn>
                  </p:par>
                  <p:par>
                    <p:cTn fill="hold" id="21">
                      <p:stCondLst>
                        <p:cond delay="indefinite"/>
                      </p:stCondLst>
                      <p:childTnLst>
                        <p:par>
                          <p:cTn fill="hold" id="22">
                            <p:stCondLst>
                              <p:cond delay="0"/>
                            </p:stCondLst>
                            <p:childTnLst>
                              <p:par>
                                <p:cTn fill="hold" grpId="0" id="23" nodePh="1" nodeType="clickEffect" presetClass="entr" presetID="53" presetSubtype="16">
                                  <p:stCondLst>
                                    <p:cond delay="0"/>
                                  </p:stCondLst>
                                  <p:endCondLst>
                                    <p:cond delay="0" evt="begin">
                                      <p:tn val="23"/>
                                    </p:cond>
                                  </p:endCondLst>
                                  <p:childTnLst>
                                    <p:set>
                                      <p:cBhvr>
                                        <p:cTn dur="1" fill="hold" id="24">
                                          <p:stCondLst>
                                            <p:cond delay="0"/>
                                          </p:stCondLst>
                                        </p:cTn>
                                        <p:tgtEl>
                                          <p:spTgt spid="15"/>
                                        </p:tgtEl>
                                        <p:attrNameLst>
                                          <p:attrName>style.visibility</p:attrName>
                                        </p:attrNameLst>
                                      </p:cBhvr>
                                      <p:to>
                                        <p:strVal val="visible"/>
                                      </p:to>
                                    </p:set>
                                    <p:anim calcmode="lin" valueType="num">
                                      <p:cBhvr>
                                        <p:cTn dur="500" fill="hold" id="25"/>
                                        <p:tgtEl>
                                          <p:spTgt spid="15"/>
                                        </p:tgtEl>
                                        <p:attrNameLst>
                                          <p:attrName>ppt_w</p:attrName>
                                        </p:attrNameLst>
                                      </p:cBhvr>
                                      <p:tavLst>
                                        <p:tav tm="0">
                                          <p:val>
                                            <p:fltVal val="0"/>
                                          </p:val>
                                        </p:tav>
                                        <p:tav tm="100000">
                                          <p:val>
                                            <p:strVal val="#ppt_w"/>
                                          </p:val>
                                        </p:tav>
                                      </p:tavLst>
                                    </p:anim>
                                    <p:anim calcmode="lin" valueType="num">
                                      <p:cBhvr>
                                        <p:cTn dur="500" fill="hold" id="26"/>
                                        <p:tgtEl>
                                          <p:spTgt spid="15"/>
                                        </p:tgtEl>
                                        <p:attrNameLst>
                                          <p:attrName>ppt_h</p:attrName>
                                        </p:attrNameLst>
                                      </p:cBhvr>
                                      <p:tavLst>
                                        <p:tav tm="0">
                                          <p:val>
                                            <p:fltVal val="0"/>
                                          </p:val>
                                        </p:tav>
                                        <p:tav tm="100000">
                                          <p:val>
                                            <p:strVal val="#ppt_h"/>
                                          </p:val>
                                        </p:tav>
                                      </p:tavLst>
                                    </p:anim>
                                    <p:animEffect filter="fade" transition="in">
                                      <p:cBhvr>
                                        <p:cTn dur="500" id="27"/>
                                        <p:tgtEl>
                                          <p:spTgt spid="15"/>
                                        </p:tgtEl>
                                      </p:cBhvr>
                                    </p:animEffect>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14" presetSubtype="10">
                                  <p:stCondLst>
                                    <p:cond delay="0"/>
                                  </p:stCondLst>
                                  <p:childTnLst>
                                    <p:set>
                                      <p:cBhvr>
                                        <p:cTn dur="1" fill="hold" id="31">
                                          <p:stCondLst>
                                            <p:cond delay="0"/>
                                          </p:stCondLst>
                                        </p:cTn>
                                        <p:tgtEl>
                                          <p:spTgt spid="2">
                                            <p:txEl>
                                              <p:pRg end="0" st="0"/>
                                            </p:txEl>
                                          </p:spTgt>
                                        </p:tgtEl>
                                        <p:attrNameLst>
                                          <p:attrName>style.visibility</p:attrName>
                                        </p:attrNameLst>
                                      </p:cBhvr>
                                      <p:to>
                                        <p:strVal val="visible"/>
                                      </p:to>
                                    </p:set>
                                    <p:animEffect filter="randombar(horizontal)" transition="in">
                                      <p:cBhvr>
                                        <p:cTn dur="500" id="32"/>
                                        <p:tgtEl>
                                          <p:spTgt spid="2">
                                            <p:txEl>
                                              <p:pRg end="0" st="0"/>
                                            </p:txEl>
                                          </p:spTgt>
                                        </p:tgtEl>
                                      </p:cBhvr>
                                    </p:animEffect>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14" presetSubtype="10">
                                  <p:stCondLst>
                                    <p:cond delay="0"/>
                                  </p:stCondLst>
                                  <p:childTnLst>
                                    <p:set>
                                      <p:cBhvr>
                                        <p:cTn dur="1" fill="hold" id="36">
                                          <p:stCondLst>
                                            <p:cond delay="0"/>
                                          </p:stCondLst>
                                        </p:cTn>
                                        <p:tgtEl>
                                          <p:spTgt spid="2">
                                            <p:txEl>
                                              <p:pRg end="1" st="1"/>
                                            </p:txEl>
                                          </p:spTgt>
                                        </p:tgtEl>
                                        <p:attrNameLst>
                                          <p:attrName>style.visibility</p:attrName>
                                        </p:attrNameLst>
                                      </p:cBhvr>
                                      <p:to>
                                        <p:strVal val="visible"/>
                                      </p:to>
                                    </p:set>
                                    <p:animEffect filter="randombar(horizontal)" transition="in">
                                      <p:cBhvr>
                                        <p:cTn dur="500" id="37"/>
                                        <p:tgtEl>
                                          <p:spTgt spid="2">
                                            <p:txEl>
                                              <p:pRg end="1" st="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bldP grpId="0" spid="4"/>
      <p:bldP grpId="0" spid="15"/>
    </p:bldLst>
  </p:timing>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idx="12" sz="quarter" type="body"/>
          </p:nvPr>
        </p:nvSpPr>
        <p:spPr>
          <a:xfrm>
            <a:off x="751840" y="1448836"/>
            <a:ext cx="7975600" cy="4766227"/>
          </a:xfrm>
        </p:spPr>
        <p:txBody>
          <a:bodyPr anchor="t" bIns="45720" lIns="91440" rIns="91440" rtlCol="0" tIns="45720" vert="horz">
            <a:normAutofit fontScale="70000" lnSpcReduction="20000"/>
          </a:bodyPr>
          <a:lstStyle/>
          <a:p>
            <a:pPr indent="0" marL="0">
              <a:lnSpc>
                <a:spcPct val="150000"/>
              </a:lnSpc>
              <a:buNone/>
            </a:pPr>
            <a:r>
              <a:rPr dirty="0" lang="en-IN" sz="2800">
                <a:ea typeface="+mn-lt"/>
                <a:cs typeface="+mn-lt"/>
              </a:rPr>
              <a:t>Agricultural activities are influenced by seasonal variations in environmental conditions, farming practices, resource availability and market conditions. As a result, agricultural performance may differ from one season to another. </a:t>
            </a:r>
          </a:p>
          <a:p>
            <a:pPr indent="0" marL="0">
              <a:lnSpc>
                <a:spcPct val="150000"/>
              </a:lnSpc>
              <a:buNone/>
            </a:pPr>
            <a:r>
              <a:rPr dirty="0" lang="en-IN" sz="2800">
                <a:ea typeface="+mn-lt"/>
                <a:cs typeface="+mn-lt"/>
              </a:rPr>
              <a:t>However, raw agricultural data does not clearly explain how agricultural performance changes across seasons or what patterns can be observed in different seasonal conditions. </a:t>
            </a:r>
          </a:p>
          <a:p>
            <a:pPr indent="0" marL="0">
              <a:lnSpc>
                <a:spcPct val="150000"/>
              </a:lnSpc>
              <a:buNone/>
            </a:pPr>
            <a:r>
              <a:rPr dirty="0" lang="en-IN" sz="2800">
                <a:ea typeface="+mn-lt"/>
                <a:cs typeface="+mn-lt"/>
              </a:rPr>
              <a:t>The problem is to </a:t>
            </a:r>
            <a:r>
              <a:rPr dirty="0" err="1" lang="en-IN" sz="2800">
                <a:ea typeface="+mn-lt"/>
                <a:cs typeface="+mn-lt"/>
              </a:rPr>
              <a:t>analyze</a:t>
            </a:r>
            <a:r>
              <a:rPr dirty="0" lang="en-IN" sz="2800">
                <a:ea typeface="+mn-lt"/>
                <a:cs typeface="+mn-lt"/>
              </a:rPr>
              <a:t> the given agricultural dataset and investigate seasonal differences in agricultural performance by identifying meaningful patterns, trends, relationships and variations within the available data.</a:t>
            </a:r>
            <a:endParaRPr dirty="0" lang="en-IN" sz="28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dirty="0" lang="en-US"/>
              <a:t>PROBLEM  STATEMENT</a:t>
            </a:r>
            <a:endParaRPr dirty="0" lang="en-IN"/>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4525"/>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Type="clickEffect" presetClass="entr" presetID="42" presetSubtype="0">
                                  <p:stCondLst>
                                    <p:cond delay="0"/>
                                  </p:stCondLst>
                                  <p:childTnLst>
                                    <p:set>
                                      <p:cBhvr>
                                        <p:cTn dur="1" fill="hold" id="13">
                                          <p:stCondLst>
                                            <p:cond delay="0"/>
                                          </p:stCondLst>
                                        </p:cTn>
                                        <p:tgtEl>
                                          <p:spTgt spid="2">
                                            <p:txEl>
                                              <p:pRg end="0" st="0"/>
                                            </p:txEl>
                                          </p:spTgt>
                                        </p:tgtEl>
                                        <p:attrNameLst>
                                          <p:attrName>style.visibility</p:attrName>
                                        </p:attrNameLst>
                                      </p:cBhvr>
                                      <p:to>
                                        <p:strVal val="visible"/>
                                      </p:to>
                                    </p:set>
                                    <p:animEffect filter="fade" transition="in">
                                      <p:cBhvr>
                                        <p:cTn dur="1000" id="14"/>
                                        <p:tgtEl>
                                          <p:spTgt spid="2">
                                            <p:txEl>
                                              <p:pRg end="0" st="0"/>
                                            </p:txEl>
                                          </p:spTgt>
                                        </p:tgtEl>
                                      </p:cBhvr>
                                    </p:animEffect>
                                    <p:anim calcmode="lin" valueType="num">
                                      <p:cBhvr>
                                        <p:cTn dur="1000" fill="hold" id="15"/>
                                        <p:tgtEl>
                                          <p:spTgt spid="2">
                                            <p:txEl>
                                              <p:pRg end="0" st="0"/>
                                            </p:txEl>
                                          </p:spTgt>
                                        </p:tgtEl>
                                        <p:attrNameLst>
                                          <p:attrName>ppt_x</p:attrName>
                                        </p:attrNameLst>
                                      </p:cBhvr>
                                      <p:tavLst>
                                        <p:tav tm="0">
                                          <p:val>
                                            <p:strVal val="#ppt_x"/>
                                          </p:val>
                                        </p:tav>
                                        <p:tav tm="100000">
                                          <p:val>
                                            <p:strVal val="#ppt_x"/>
                                          </p:val>
                                        </p:tav>
                                      </p:tavLst>
                                    </p:anim>
                                    <p:anim calcmode="lin" valueType="num">
                                      <p:cBhvr>
                                        <p:cTn dur="1000" fill="hold" id="16"/>
                                        <p:tgtEl>
                                          <p:spTgt spid="2">
                                            <p:txEl>
                                              <p:pRg end="0" st="0"/>
                                            </p:txEl>
                                          </p:spTgt>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Type="clickEffect" presetClass="entr" presetID="42" presetSubtype="0">
                                  <p:stCondLst>
                                    <p:cond delay="0"/>
                                  </p:stCondLst>
                                  <p:childTnLst>
                                    <p:set>
                                      <p:cBhvr>
                                        <p:cTn dur="1" fill="hold" id="20">
                                          <p:stCondLst>
                                            <p:cond delay="0"/>
                                          </p:stCondLst>
                                        </p:cTn>
                                        <p:tgtEl>
                                          <p:spTgt spid="2">
                                            <p:txEl>
                                              <p:pRg end="1" st="1"/>
                                            </p:txEl>
                                          </p:spTgt>
                                        </p:tgtEl>
                                        <p:attrNameLst>
                                          <p:attrName>style.visibility</p:attrName>
                                        </p:attrNameLst>
                                      </p:cBhvr>
                                      <p:to>
                                        <p:strVal val="visible"/>
                                      </p:to>
                                    </p:set>
                                    <p:animEffect filter="fade" transition="in">
                                      <p:cBhvr>
                                        <p:cTn dur="1000" id="21"/>
                                        <p:tgtEl>
                                          <p:spTgt spid="2">
                                            <p:txEl>
                                              <p:pRg end="1" st="1"/>
                                            </p:txEl>
                                          </p:spTgt>
                                        </p:tgtEl>
                                      </p:cBhvr>
                                    </p:animEffect>
                                    <p:anim calcmode="lin" valueType="num">
                                      <p:cBhvr>
                                        <p:cTn dur="1000" fill="hold" id="22"/>
                                        <p:tgtEl>
                                          <p:spTgt spid="2">
                                            <p:txEl>
                                              <p:pRg end="1" st="1"/>
                                            </p:txEl>
                                          </p:spTgt>
                                        </p:tgtEl>
                                        <p:attrNameLst>
                                          <p:attrName>ppt_x</p:attrName>
                                        </p:attrNameLst>
                                      </p:cBhvr>
                                      <p:tavLst>
                                        <p:tav tm="0">
                                          <p:val>
                                            <p:strVal val="#ppt_x"/>
                                          </p:val>
                                        </p:tav>
                                        <p:tav tm="100000">
                                          <p:val>
                                            <p:strVal val="#ppt_x"/>
                                          </p:val>
                                        </p:tav>
                                      </p:tavLst>
                                    </p:anim>
                                    <p:anim calcmode="lin" valueType="num">
                                      <p:cBhvr>
                                        <p:cTn dur="1000" fill="hold" id="23"/>
                                        <p:tgtEl>
                                          <p:spTgt spid="2">
                                            <p:txEl>
                                              <p:pRg end="1" st="1"/>
                                            </p:txEl>
                                          </p:spTgt>
                                        </p:tgtEl>
                                        <p:attrNameLst>
                                          <p:attrName>ppt_y</p:attrName>
                                        </p:attrNameLst>
                                      </p:cBhvr>
                                      <p:tavLst>
                                        <p:tav tm="0">
                                          <p:val>
                                            <p:strVal val="#ppt_y+.1"/>
                                          </p:val>
                                        </p:tav>
                                        <p:tav tm="100000">
                                          <p:val>
                                            <p:strVal val="#ppt_y"/>
                                          </p:val>
                                        </p:tav>
                                      </p:tavLst>
                                    </p:anim>
                                  </p:childTnLst>
                                </p:cTn>
                              </p:par>
                            </p:childTnLst>
                          </p:cTn>
                        </p:par>
                      </p:childTnLst>
                    </p:cTn>
                  </p:par>
                  <p:par>
                    <p:cTn fill="hold" id="24">
                      <p:stCondLst>
                        <p:cond delay="indefinite"/>
                      </p:stCondLst>
                      <p:childTnLst>
                        <p:par>
                          <p:cTn fill="hold" id="25">
                            <p:stCondLst>
                              <p:cond delay="0"/>
                            </p:stCondLst>
                            <p:childTnLst>
                              <p:par>
                                <p:cTn fill="hold" grpId="0" id="26" nodeType="clickEffect" presetClass="entr" presetID="42" presetSubtype="0">
                                  <p:stCondLst>
                                    <p:cond delay="0"/>
                                  </p:stCondLst>
                                  <p:childTnLst>
                                    <p:set>
                                      <p:cBhvr>
                                        <p:cTn dur="1" fill="hold" id="27">
                                          <p:stCondLst>
                                            <p:cond delay="0"/>
                                          </p:stCondLst>
                                        </p:cTn>
                                        <p:tgtEl>
                                          <p:spTgt spid="2">
                                            <p:txEl>
                                              <p:pRg end="2" st="2"/>
                                            </p:txEl>
                                          </p:spTgt>
                                        </p:tgtEl>
                                        <p:attrNameLst>
                                          <p:attrName>style.visibility</p:attrName>
                                        </p:attrNameLst>
                                      </p:cBhvr>
                                      <p:to>
                                        <p:strVal val="visible"/>
                                      </p:to>
                                    </p:set>
                                    <p:animEffect filter="fade" transition="in">
                                      <p:cBhvr>
                                        <p:cTn dur="1000" id="28"/>
                                        <p:tgtEl>
                                          <p:spTgt spid="2">
                                            <p:txEl>
                                              <p:pRg end="2" st="2"/>
                                            </p:txEl>
                                          </p:spTgt>
                                        </p:tgtEl>
                                      </p:cBhvr>
                                    </p:animEffect>
                                    <p:anim calcmode="lin" valueType="num">
                                      <p:cBhvr>
                                        <p:cTn dur="1000" fill="hold" id="29"/>
                                        <p:tgtEl>
                                          <p:spTgt spid="2">
                                            <p:txEl>
                                              <p:pRg end="2" st="2"/>
                                            </p:txEl>
                                          </p:spTgt>
                                        </p:tgtEl>
                                        <p:attrNameLst>
                                          <p:attrName>ppt_x</p:attrName>
                                        </p:attrNameLst>
                                      </p:cBhvr>
                                      <p:tavLst>
                                        <p:tav tm="0">
                                          <p:val>
                                            <p:strVal val="#ppt_x"/>
                                          </p:val>
                                        </p:tav>
                                        <p:tav tm="100000">
                                          <p:val>
                                            <p:strVal val="#ppt_x"/>
                                          </p:val>
                                        </p:tav>
                                      </p:tavLst>
                                    </p:anim>
                                    <p:anim calcmode="lin" valueType="num">
                                      <p:cBhvr>
                                        <p:cTn dur="1000" fill="hold" id="30"/>
                                        <p:tgtEl>
                                          <p:spTgt spid="2">
                                            <p:txEl>
                                              <p:pRg end="2" st="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bldP grpId="0" spid="4"/>
    </p:bldLst>
  </p:timing>
</p:sld>
</file>

<file path=ppt/slides/slide3.xml><?xml version="1.0" encoding="utf-8"?>
<p:sld xmlns:p="http://schemas.openxmlformats.org/presentationml/2006/main" xmlns:a="http://schemas.openxmlformats.org/drawing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dirty="0" lang="en-GB"/>
              <a:t>Project Description</a:t>
            </a:r>
            <a:br>
              <a:rPr dirty="0" lang="en-GB"/>
            </a:br>
            <a:br>
              <a:rPr dirty="0" lang="en-GB"/>
            </a:br>
            <a:br>
              <a:rPr dirty="0" lang="en-GB"/>
            </a:br>
            <a:endParaRPr dirty="0" lang="en-IN"/>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4525"/>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DF3D859D-ADDF-C270-25C0-DF5ACED25898}"/>
              </a:ext>
            </a:extLst>
          </p:cNvPr>
          <p:cNvSpPr txBox="1"/>
          <p:nvPr/>
        </p:nvSpPr>
        <p:spPr>
          <a:xfrm>
            <a:off x="463227" y="1644286"/>
            <a:ext cx="11295963" cy="4890378"/>
          </a:xfrm>
          <a:prstGeom prst="rect">
            <a:avLst/>
          </a:prstGeom>
          <a:noFill/>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pPr algn="just">
              <a:lnSpc>
                <a:spcPct val="150000"/>
              </a:lnSpc>
            </a:pPr>
            <a:r>
              <a:rPr dirty="0" lang="en-US" sz="1750"/>
              <a:t>This project focuses on analyzing </a:t>
            </a:r>
            <a:r>
              <a:rPr b="1" dirty="0" lang="en-US" sz="1750"/>
              <a:t>Seasonal Agriculture Performance data</a:t>
            </a:r>
            <a:r>
              <a:rPr dirty="0" lang="en-US" sz="1750"/>
              <a:t> using data  analysis and </a:t>
            </a:r>
            <a:r>
              <a:rPr dirty="0" err="1" lang="en-US" sz="1750"/>
              <a:t>visualisation</a:t>
            </a:r>
            <a:r>
              <a:rPr dirty="0" lang="en-US" sz="1750"/>
              <a:t> techniques. The dataset contains information such as Farm ID, State, District, Crop Types, Seasons, Farm area in hectares, Rainfall in </a:t>
            </a:r>
            <a:r>
              <a:rPr dirty="0" err="1" lang="en-US" sz="1750"/>
              <a:t>millimetres</a:t>
            </a:r>
            <a:r>
              <a:rPr dirty="0" lang="en-US" sz="1750"/>
              <a:t>, average temperature in </a:t>
            </a:r>
            <a:r>
              <a:rPr dirty="0" err="1" lang="en-US" sz="1750"/>
              <a:t>Celcius</a:t>
            </a:r>
            <a:r>
              <a:rPr dirty="0" lang="en-US" sz="1750"/>
              <a:t>, humidity percentage, sunlight hours per day, soil pH, soil moisture percentage, kilograms of Nitrogen per hectare, kilograms of Phosphorus per hectare, kilograms of Potassium per hectare, kilograms of fertilizer per hectare, irrigation methods, </a:t>
            </a:r>
            <a:r>
              <a:rPr dirty="0" err="1" lang="en-US" sz="1750"/>
              <a:t>litres</a:t>
            </a:r>
            <a:r>
              <a:rPr dirty="0" lang="en-US" sz="1750"/>
              <a:t> of pesticide per hectare, seed quality score, agricultural yield in </a:t>
            </a:r>
            <a:r>
              <a:rPr dirty="0" err="1" lang="en-US" sz="1750"/>
              <a:t>tonnes</a:t>
            </a:r>
            <a:r>
              <a:rPr dirty="0" lang="en-US" sz="1750"/>
              <a:t> per hectare, production in </a:t>
            </a:r>
            <a:r>
              <a:rPr dirty="0" err="1" lang="en-US" sz="1750"/>
              <a:t>tonnes</a:t>
            </a:r>
            <a:r>
              <a:rPr dirty="0" lang="en-US" sz="1750"/>
              <a:t>, market price in INR per </a:t>
            </a:r>
            <a:r>
              <a:rPr dirty="0" err="1" lang="en-US" sz="1750"/>
              <a:t>tonne</a:t>
            </a:r>
            <a:r>
              <a:rPr dirty="0" lang="en-US" sz="1750"/>
              <a:t>, total cost in INR, revenue in INR, profit in INR, water used per cubic </a:t>
            </a:r>
            <a:r>
              <a:rPr dirty="0" err="1" lang="en-US" sz="1750"/>
              <a:t>metre</a:t>
            </a:r>
            <a:r>
              <a:rPr dirty="0" lang="en-US" sz="1750"/>
              <a:t>, water efficiency in </a:t>
            </a:r>
            <a:r>
              <a:rPr dirty="0" err="1" lang="en-US" sz="1750"/>
              <a:t>tonnes</a:t>
            </a:r>
            <a:r>
              <a:rPr dirty="0" lang="en-US" sz="1750"/>
              <a:t> per 1000 cubic </a:t>
            </a:r>
            <a:r>
              <a:rPr dirty="0" err="1" lang="en-US" sz="1750"/>
              <a:t>metre</a:t>
            </a:r>
            <a:r>
              <a:rPr dirty="0" lang="en-US" sz="1750"/>
              <a:t>, disease / pest risk percentage. The analysis explores intricate relationships between seasonal variations and agricultural performance, utilizing the comprehensive dataset spanning diverse farming conditions across different seasons, geographical areas, and agricultural practices. The project can help stakeholders to identify meaningful patterns, trends, relationships to enhance agricultural planning and optimize resource utilization and make informed decisions.</a:t>
            </a:r>
          </a:p>
        </p:txBody>
      </p:sp>
    </p:spTree>
    <p:extLst>
      <p:ext uri="{BB962C8B-B14F-4D97-AF65-F5344CB8AC3E}">
        <p14:creationId xmlns:p14="http://schemas.microsoft.com/office/powerpoint/2010/main" val="369677030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3"/>
                                        </p:tgtEl>
                                        <p:attrNameLst>
                                          <p:attrName>style.visibility</p:attrName>
                                        </p:attrNameLst>
                                      </p:cBhvr>
                                      <p:to>
                                        <p:strVal val="visible"/>
                                      </p:to>
                                    </p:set>
                                    <p:anim calcmode="lin" valueType="num">
                                      <p:cBhvr>
                                        <p:cTn dur="500" fill="hold" id="7"/>
                                        <p:tgtEl>
                                          <p:spTgt spid="3"/>
                                        </p:tgtEl>
                                        <p:attrNameLst>
                                          <p:attrName>ppt_w</p:attrName>
                                        </p:attrNameLst>
                                      </p:cBhvr>
                                      <p:tavLst>
                                        <p:tav tm="0">
                                          <p:val>
                                            <p:fltVal val="0"/>
                                          </p:val>
                                        </p:tav>
                                        <p:tav tm="100000">
                                          <p:val>
                                            <p:strVal val="#ppt_w"/>
                                          </p:val>
                                        </p:tav>
                                      </p:tavLst>
                                    </p:anim>
                                    <p:anim calcmode="lin" valueType="num">
                                      <p:cBhvr>
                                        <p:cTn dur="500" fill="hold" id="8"/>
                                        <p:tgtEl>
                                          <p:spTgt spid="3"/>
                                        </p:tgtEl>
                                        <p:attrNameLst>
                                          <p:attrName>ppt_h</p:attrName>
                                        </p:attrNameLst>
                                      </p:cBhvr>
                                      <p:tavLst>
                                        <p:tav tm="0">
                                          <p:val>
                                            <p:fltVal val="0"/>
                                          </p:val>
                                        </p:tav>
                                        <p:tav tm="100000">
                                          <p:val>
                                            <p:strVal val="#ppt_h"/>
                                          </p:val>
                                        </p:tav>
                                      </p:tavLst>
                                    </p:anim>
                                    <p:animEffect filter="fade" transition="in">
                                      <p:cBhvr>
                                        <p:cTn dur="500" id="9"/>
                                        <p:tgtEl>
                                          <p:spTgt spid="3"/>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3388" y="1675674"/>
            <a:ext cx="8612052" cy="4741137"/>
          </a:xfrm>
        </p:spPr>
        <p:txBody>
          <a:bodyPr vert="horz" lIns="91440" tIns="45720" rIns="91440" bIns="45720" rtlCol="0" anchor="t">
            <a:normAutofit fontScale="40000" lnSpcReduction="20000"/>
          </a:bodyPr>
          <a:lstStyle/>
          <a:p>
            <a:pPr algn="just">
              <a:lnSpc>
                <a:spcPct val="150000"/>
              </a:lnSpc>
            </a:pPr>
            <a:r>
              <a:rPr lang="en-IN" sz="3600" b="1" dirty="0"/>
              <a:t>Farmers:</a:t>
            </a:r>
            <a:r>
              <a:rPr lang="en-IN" sz="3600" dirty="0"/>
              <a:t> To make informed decisions about crop selection, resource allocation (like water and fertilizers), and pest/disease management strategies for each season to maximize yield and profitability.</a:t>
            </a:r>
          </a:p>
          <a:p>
            <a:pPr algn="just">
              <a:lnSpc>
                <a:spcPct val="150000"/>
              </a:lnSpc>
            </a:pPr>
            <a:r>
              <a:rPr lang="en-IN" sz="3600" b="1" dirty="0"/>
              <a:t>Policymakers/Government Agencies:</a:t>
            </a:r>
            <a:r>
              <a:rPr lang="en-IN" sz="3600" dirty="0"/>
              <a:t> To formulate effective agricultural policies, provide targeted subsidies, develop risk mitigation strategies, and support regionalized agricultural development programs.</a:t>
            </a:r>
            <a:endParaRPr lang="en-IN" dirty="0"/>
          </a:p>
          <a:p>
            <a:pPr algn="just">
              <a:lnSpc>
                <a:spcPct val="150000"/>
              </a:lnSpc>
            </a:pPr>
            <a:r>
              <a:rPr lang="en-IN" sz="3600" b="1" dirty="0"/>
              <a:t>Agricultural Researchers and Scientists:</a:t>
            </a:r>
            <a:r>
              <a:rPr lang="en-IN" sz="3600" dirty="0"/>
              <a:t> To gain deeper insights into seasonal patterns, environmental impacts on crops, and the effectiveness of different farming practices, which can lead to further research and development of resilient agricultural systems.</a:t>
            </a:r>
            <a:endParaRPr lang="en-IN" dirty="0"/>
          </a:p>
          <a:p>
            <a:pPr algn="just">
              <a:lnSpc>
                <a:spcPct val="150000"/>
              </a:lnSpc>
            </a:pPr>
            <a:r>
              <a:rPr lang="en-IN" sz="3600" b="1" dirty="0"/>
              <a:t>Agri-businesses/Suppliers:</a:t>
            </a:r>
            <a:r>
              <a:rPr lang="en-IN" sz="3600" dirty="0"/>
              <a:t> To optimize the supply chain, forecast demand for inputs (seeds, fertilizers, pesticides) based on seasonal trends, and manage logistics for crop procurement.</a:t>
            </a:r>
            <a:endParaRPr lang="en-IN" dirty="0"/>
          </a:p>
          <a:p>
            <a:pPr algn="just">
              <a:lnSpc>
                <a:spcPct val="150000"/>
              </a:lnSpc>
            </a:pPr>
            <a:r>
              <a:rPr lang="en-IN" sz="3600" b="1" dirty="0"/>
              <a:t>Students/Data Analysts:</a:t>
            </a:r>
            <a:r>
              <a:rPr lang="en-IN" sz="3600" dirty="0"/>
              <a:t> To derive insights from real-world case study for learning data analytics, agricultural science, and environmental studies.</a:t>
            </a:r>
            <a:endParaRPr lang="en-IN"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455932" y="1432560"/>
            <a:ext cx="8962388" cy="3773877"/>
          </a:xfrm>
        </p:spPr>
        <p:txBody>
          <a:bodyPr vert="horz" lIns="91440" tIns="45720" rIns="91440" bIns="45720" rtlCol="0" anchor="t">
            <a:normAutofit lnSpcReduction="10000"/>
          </a:bodyPr>
          <a:lstStyle/>
          <a:p>
            <a:pPr lvl="1">
              <a:lnSpc>
                <a:spcPct val="150000"/>
              </a:lnSpc>
            </a:pPr>
            <a:r>
              <a:rPr lang="en-IN" sz="2800" dirty="0"/>
              <a:t>Python</a:t>
            </a:r>
            <a:endParaRPr lang="en-US" sz="2800" dirty="0">
              <a:solidFill>
                <a:srgbClr val="000000"/>
              </a:solidFill>
            </a:endParaRPr>
          </a:p>
          <a:p>
            <a:pPr lvl="1">
              <a:lnSpc>
                <a:spcPct val="150000"/>
              </a:lnSpc>
            </a:pPr>
            <a:r>
              <a:rPr lang="en-IN" sz="2800" dirty="0"/>
              <a:t>Pandas</a:t>
            </a:r>
            <a:endParaRPr lang="en-US" sz="2800" dirty="0">
              <a:solidFill>
                <a:srgbClr val="000000"/>
              </a:solidFill>
            </a:endParaRPr>
          </a:p>
          <a:p>
            <a:pPr lvl="1">
              <a:lnSpc>
                <a:spcPct val="150000"/>
              </a:lnSpc>
            </a:pPr>
            <a:r>
              <a:rPr lang="en-IN" sz="2800" dirty="0"/>
              <a:t>Matplotlib</a:t>
            </a:r>
            <a:endParaRPr lang="en-US" sz="2800" dirty="0">
              <a:solidFill>
                <a:srgbClr val="000000"/>
              </a:solidFill>
            </a:endParaRPr>
          </a:p>
          <a:p>
            <a:pPr lvl="1">
              <a:lnSpc>
                <a:spcPct val="150000"/>
              </a:lnSpc>
            </a:pPr>
            <a:r>
              <a:rPr lang="en-IN" sz="2800" dirty="0"/>
              <a:t>Seaborn</a:t>
            </a:r>
            <a:endParaRPr lang="en-US" sz="2800" dirty="0">
              <a:solidFill>
                <a:srgbClr val="000000"/>
              </a:solidFill>
            </a:endParaRPr>
          </a:p>
          <a:p>
            <a:pPr lvl="1">
              <a:lnSpc>
                <a:spcPct val="150000"/>
              </a:lnSpc>
            </a:pPr>
            <a:r>
              <a:rPr lang="en-IN" sz="2800" dirty="0"/>
              <a:t>Num Py</a:t>
            </a:r>
            <a:endParaRPr lang="en-US" sz="2800" dirty="0">
              <a:solidFill>
                <a:srgbClr val="000000"/>
              </a:solidFill>
            </a:endParaRP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188AFD5-C269-4080-B883-6203E2072822}"/>
              </a:ext>
            </a:extLst>
          </p:cNvPr>
          <p:cNvPicPr>
            <a:picLocks noChangeAspect="1"/>
          </p:cNvPicPr>
          <p:nvPr/>
        </p:nvPicPr>
        <p:blipFill>
          <a:blip r:embed="rId3"/>
          <a:srcRect b="92" r="42"/>
          <a:stretch>
            <a:fillRect/>
          </a:stretch>
        </p:blipFill>
        <p:spPr>
          <a:xfrm>
            <a:off x="446315" y="1208314"/>
            <a:ext cx="9187546" cy="527266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08622549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31994E2-E8A5-B0BD-84CC-ADE812F9C8B8}"/>
              </a:ext>
            </a:extLst>
          </p:cNvPr>
          <p:cNvPicPr>
            <a:picLocks noChangeAspect="1"/>
          </p:cNvPicPr>
          <p:nvPr/>
        </p:nvPicPr>
        <p:blipFill>
          <a:blip r:embed="rId3"/>
          <a:srcRect b="73" t="91"/>
          <a:stretch>
            <a:fillRect/>
          </a:stretch>
        </p:blipFill>
        <p:spPr>
          <a:xfrm>
            <a:off x="674914" y="1436915"/>
            <a:ext cx="8915400" cy="398126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84962782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6" name="Picture 5">
            <a:extLst>
              <a:ext uri="{FF2B5EF4-FFF2-40B4-BE49-F238E27FC236}">
                <a16:creationId xmlns:a16="http://schemas.microsoft.com/office/drawing/2014/main" id="{E1D5B0AB-D823-624C-0DAC-9092E0977467}"/>
              </a:ext>
            </a:extLst>
          </p:cNvPr>
          <p:cNvPicPr>
            <a:picLocks noChangeAspect="1"/>
          </p:cNvPicPr>
          <p:nvPr/>
        </p:nvPicPr>
        <p:blipFill>
          <a:blip r:embed="rId3"/>
          <a:srcRect b="20" r="69"/>
          <a:stretch>
            <a:fillRect/>
          </a:stretch>
        </p:blipFill>
        <p:spPr>
          <a:xfrm>
            <a:off x="773043" y="1203739"/>
            <a:ext cx="7995490" cy="538515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69890177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650D04E-6E70-1F2C-F9CD-945E06D440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74C4868-A932-63E5-BE0C-193F188597BA}"/>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FEE9D0F-1691-B129-0B2C-50120E06B49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93F8082-01E6-2D77-E93A-B6DE412E887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ADE43ACB-F207-3D6C-8D8F-08E0D7B47A2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0E9DA10-685A-0C46-F2AB-AA7D24A820E4}"/>
              </a:ext>
            </a:extLst>
          </p:cNvPr>
          <p:cNvPicPr>
            <a:picLocks noChangeAspect="1"/>
          </p:cNvPicPr>
          <p:nvPr/>
        </p:nvPicPr>
        <p:blipFill>
          <a:blip r:embed="rId3"/>
          <a:srcRect b="71" r="74"/>
          <a:stretch>
            <a:fillRect/>
          </a:stretch>
        </p:blipFill>
        <p:spPr>
          <a:xfrm>
            <a:off x="673652" y="1203738"/>
            <a:ext cx="8459312" cy="525619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67687479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06FCD0A-24F0-E5A0-B2DB-995BE62F29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26A2AC-8D89-9BCC-C5E4-A08F5ECEE23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80F8338-18CD-F4D7-EFD3-A43794EB2E8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F6277A2-172D-3557-04A6-9E7B50A58F1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4EF708D-D9EF-7CA6-081E-02626EB4BF8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6" name="Picture 5">
            <a:extLst>
              <a:ext uri="{FF2B5EF4-FFF2-40B4-BE49-F238E27FC236}">
                <a16:creationId xmlns:a16="http://schemas.microsoft.com/office/drawing/2014/main" id="{D3EFA713-A05A-4872-9BEA-1F9EA7A02236}"/>
              </a:ext>
            </a:extLst>
          </p:cNvPr>
          <p:cNvPicPr>
            <a:picLocks noChangeAspect="1"/>
          </p:cNvPicPr>
          <p:nvPr/>
        </p:nvPicPr>
        <p:blipFill>
          <a:blip r:embed="rId3"/>
          <a:srcRect b="43" r="7"/>
          <a:stretch>
            <a:fillRect/>
          </a:stretch>
        </p:blipFill>
        <p:spPr>
          <a:xfrm>
            <a:off x="784087" y="1281043"/>
            <a:ext cx="10457296" cy="522590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20103715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DDE81DE-1BEB-C86A-DA17-B2B6458AF2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B999A2-5618-A2C7-7A8C-520D2186CB1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DC1B6CC-CC61-D8EF-8AE2-52C7DBDEEAED}"/>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CECBA1A-BA71-A83C-B4A3-D9316E4E3DF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AB0C272-A782-601A-D3A1-37906137FF6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1A917BA-06C3-E39E-869B-6D4F59954130}"/>
              </a:ext>
            </a:extLst>
          </p:cNvPr>
          <p:cNvPicPr>
            <a:picLocks noChangeAspect="1"/>
          </p:cNvPicPr>
          <p:nvPr/>
        </p:nvPicPr>
        <p:blipFill>
          <a:blip r:embed="rId3"/>
          <a:stretch>
            <a:fillRect/>
          </a:stretch>
        </p:blipFill>
        <p:spPr>
          <a:xfrm>
            <a:off x="677862" y="1272553"/>
            <a:ext cx="8165646" cy="44767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pic>
        <p:nvPicPr>
          <p:cNvPr id="6" name="Picture 5">
            <a:extLst>
              <a:ext uri="{FF2B5EF4-FFF2-40B4-BE49-F238E27FC236}">
                <a16:creationId xmlns:a16="http://schemas.microsoft.com/office/drawing/2014/main" id="{0D96B60A-48B0-BA82-6906-4A4BB6A16673}"/>
              </a:ext>
            </a:extLst>
          </p:cNvPr>
          <p:cNvPicPr>
            <a:picLocks noChangeAspect="1"/>
          </p:cNvPicPr>
          <p:nvPr/>
        </p:nvPicPr>
        <p:blipFill>
          <a:blip r:embed="rId4"/>
          <a:srcRect b="92" r="76"/>
          <a:stretch>
            <a:fillRect/>
          </a:stretch>
        </p:blipFill>
        <p:spPr>
          <a:xfrm>
            <a:off x="674914" y="1730829"/>
            <a:ext cx="8163016" cy="483723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29510349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BA68C86-57C6-F693-A1E3-E3254A4091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07E391-A438-93BD-1C09-8429BBE9A37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AFEE5B5-CB90-1914-7081-735C06D15D5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E2DD495-9669-2E9D-B10E-5D99CAB3193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A9D645C-885F-3F2C-933F-69AE5945E80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A38AA12-BF54-44C3-B6C4-BDADE775A512}"/>
              </a:ext>
            </a:extLst>
          </p:cNvPr>
          <p:cNvPicPr>
            <a:picLocks noChangeAspect="1"/>
          </p:cNvPicPr>
          <p:nvPr/>
        </p:nvPicPr>
        <p:blipFill>
          <a:blip r:embed="rId3"/>
          <a:srcRect b="77" r="44"/>
          <a:stretch>
            <a:fillRect/>
          </a:stretch>
        </p:blipFill>
        <p:spPr>
          <a:xfrm>
            <a:off x="673652" y="1181652"/>
            <a:ext cx="8746444" cy="528895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84574970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3030672-7987-907F-B527-93264922EE2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D90CD2-8B32-013D-0F15-B13BB689188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34ABB75-6DB1-BB15-3854-17E30F8E4E5D}"/>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67940AC-6D33-3652-B19B-07D097439535}"/>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8A2C3AE-0119-4508-8A37-EE4B2A806AC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9C73BFE4-E558-9BE6-267A-3815502E9A42}"/>
              </a:ext>
            </a:extLst>
          </p:cNvPr>
          <p:cNvPicPr>
            <a:picLocks noChangeAspect="1"/>
          </p:cNvPicPr>
          <p:nvPr/>
        </p:nvPicPr>
        <p:blipFill>
          <a:blip r:embed="rId3"/>
          <a:srcRect b="53" r="64"/>
          <a:stretch>
            <a:fillRect/>
          </a:stretch>
        </p:blipFill>
        <p:spPr>
          <a:xfrm>
            <a:off x="883478" y="1203739"/>
            <a:ext cx="6504615" cy="547129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5438927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ECAA167-9C8A-ACA0-54B2-F52C277D3E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D12B90-2912-9E00-6D94-7A18474A35A4}"/>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F407FFB-3F0F-7688-79C8-699FE2CBD61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7A52D82-817B-BEBB-C505-D4554415A37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2A31D3B-4D1B-7887-BA29-B34A010AE033}"/>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BC7D547-770B-ACB6-48D2-693207A4E958}"/>
              </a:ext>
            </a:extLst>
          </p:cNvPr>
          <p:cNvPicPr>
            <a:picLocks noChangeAspect="1"/>
          </p:cNvPicPr>
          <p:nvPr/>
        </p:nvPicPr>
        <p:blipFill>
          <a:blip r:embed="rId3"/>
          <a:srcRect b="84" r="78"/>
          <a:stretch>
            <a:fillRect/>
          </a:stretch>
        </p:blipFill>
        <p:spPr>
          <a:xfrm>
            <a:off x="673652" y="1192695"/>
            <a:ext cx="6681314" cy="528048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114830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94E4B35-3A88-4B0A-BB8F-5109AA66FD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36B9D58-D22B-F52E-D4DC-DFB5C8721FD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A3C0AD4-9514-4DB0-B72C-31B6AA006C17}"/>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E0A39F4-C1C8-C5A6-486B-3076C31D7B8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C9099BD-FD7D-2762-C9BE-579E5F700F02}"/>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FA6119D-1216-C0E4-F146-D3C5BB1B9E31}"/>
              </a:ext>
            </a:extLst>
          </p:cNvPr>
          <p:cNvPicPr>
            <a:picLocks noChangeAspect="1"/>
          </p:cNvPicPr>
          <p:nvPr/>
        </p:nvPicPr>
        <p:blipFill>
          <a:blip r:embed="rId3"/>
          <a:srcRect b="77" r="67"/>
          <a:stretch>
            <a:fillRect/>
          </a:stretch>
        </p:blipFill>
        <p:spPr>
          <a:xfrm>
            <a:off x="673652" y="1181651"/>
            <a:ext cx="7487482" cy="549082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93780136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06BDC41-B31C-EC47-42DF-1B56B11B54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0579092-79CD-10EF-5A5E-97D539B7C60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324F108-6CD4-B5EE-B211-FCBD9CA6DD5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10BBBA55-402E-886A-2890-A2E5CF07AF3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48A4EBA-91F6-C073-45C8-E9AE640A4027}"/>
              </a:ext>
            </a:extLst>
          </p:cNvPr>
          <p:cNvPicPr>
            <a:picLocks noChangeAspect="1"/>
          </p:cNvPicPr>
          <p:nvPr/>
        </p:nvPicPr>
        <p:blipFill>
          <a:blip r:embed="rId3"/>
          <a:srcRect b="12" r="19"/>
          <a:stretch>
            <a:fillRect/>
          </a:stretch>
        </p:blipFill>
        <p:spPr>
          <a:xfrm>
            <a:off x="982870" y="1203739"/>
            <a:ext cx="6705611" cy="526778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58564055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DFB6733-7263-A604-0A79-E8D4041707C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44F487-7252-3156-59C8-7DFC10EAA1FB}"/>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F938020-AE79-7BE9-C4E2-7721F80E9E4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FA2A07D-BA66-7A32-EB9C-CFC5E04B39B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7B5D171-2744-326A-CF39-6560031702A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F64ACF9-649A-E520-0470-5FF382D23958}"/>
              </a:ext>
            </a:extLst>
          </p:cNvPr>
          <p:cNvPicPr>
            <a:picLocks noChangeAspect="1"/>
          </p:cNvPicPr>
          <p:nvPr/>
        </p:nvPicPr>
        <p:blipFill>
          <a:blip r:embed="rId3"/>
          <a:srcRect b="84" r="68"/>
          <a:stretch>
            <a:fillRect/>
          </a:stretch>
        </p:blipFill>
        <p:spPr>
          <a:xfrm>
            <a:off x="673651" y="1192695"/>
            <a:ext cx="8041871" cy="537987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39610688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9D8935B-3379-FD30-F1E4-9B264E40C9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05D33B-4048-D846-CB43-D50106E70E4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9868B38-0702-8BA0-4955-486B622466D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F58FEF7-D8D8-6D1F-B652-CDB1C8CAC7D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BFD185C-1997-7F4F-D6E7-5BF96F26800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8F122F0-38C7-A4D2-688E-54CD8E5862F6}"/>
              </a:ext>
            </a:extLst>
          </p:cNvPr>
          <p:cNvPicPr>
            <a:picLocks noChangeAspect="1"/>
          </p:cNvPicPr>
          <p:nvPr/>
        </p:nvPicPr>
        <p:blipFill>
          <a:blip r:embed="rId3"/>
          <a:srcRect b="33" r="48"/>
          <a:stretch>
            <a:fillRect/>
          </a:stretch>
        </p:blipFill>
        <p:spPr>
          <a:xfrm>
            <a:off x="673651" y="1082260"/>
            <a:ext cx="8017568" cy="548729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20195775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8BAEC2A-5ECD-7464-3D5A-808AB71D76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3B4C41-694C-0024-0E06-69BDD69C283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0800297-4709-C1E0-28DE-157EF24B3E3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C1D2968-F6C8-A533-CE38-E2A90B9BCD22}"/>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51F7C8B-EBF6-8685-6C2C-58111876D01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6EBD7BC-C585-F69F-427E-D5B23AF93477}"/>
              </a:ext>
            </a:extLst>
          </p:cNvPr>
          <p:cNvPicPr>
            <a:picLocks noChangeAspect="1"/>
          </p:cNvPicPr>
          <p:nvPr/>
        </p:nvPicPr>
        <p:blipFill>
          <a:blip r:embed="rId3"/>
          <a:srcRect b="26" r="50"/>
          <a:stretch>
            <a:fillRect/>
          </a:stretch>
        </p:blipFill>
        <p:spPr>
          <a:xfrm>
            <a:off x="773044" y="1203739"/>
            <a:ext cx="7156179" cy="525582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55749615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BF5F5D6-B742-78F9-D8DF-130948D278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60A5E6-8FC4-A22F-A28C-B3728C64A30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1DC326D-9671-9A27-5AEC-F0DC91BD8DE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FA86734-72A8-DD2F-8DD4-A63FE6AE01A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F9F7A874-590C-7875-4130-73174B11595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5253647B-0212-CBBF-E13A-F36FF9631B54}"/>
              </a:ext>
            </a:extLst>
          </p:cNvPr>
          <p:cNvPicPr>
            <a:picLocks noChangeAspect="1"/>
          </p:cNvPicPr>
          <p:nvPr/>
        </p:nvPicPr>
        <p:blipFill>
          <a:blip r:embed="rId3"/>
          <a:srcRect b="90" r="48"/>
          <a:stretch>
            <a:fillRect/>
          </a:stretch>
        </p:blipFill>
        <p:spPr>
          <a:xfrm>
            <a:off x="673653" y="1203739"/>
            <a:ext cx="8890004" cy="528011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53732111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C0EC92A-3953-8660-0476-1FB2355C07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E6BCBB9-A964-111E-EE34-2F8985DAB61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05CAEF-EA3E-C744-5434-99BA1A8D1F6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BB8A3C2-7D85-CA11-22FC-DF29DC6994B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790C495E-3912-FF96-551E-5112ECAA514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B5BFFFCD-BD54-E151-AC73-EB87EABBD43E}"/>
              </a:ext>
            </a:extLst>
          </p:cNvPr>
          <p:cNvPicPr>
            <a:picLocks noChangeAspect="1"/>
          </p:cNvPicPr>
          <p:nvPr/>
        </p:nvPicPr>
        <p:blipFill>
          <a:blip r:embed="rId3"/>
          <a:srcRect b="97" r="72"/>
          <a:stretch>
            <a:fillRect/>
          </a:stretch>
        </p:blipFill>
        <p:spPr>
          <a:xfrm>
            <a:off x="673651" y="1192695"/>
            <a:ext cx="7251152" cy="547537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57032942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864EF61-4E41-73C6-01B4-32308F6F1F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878FA9-9FD3-57FD-6978-01EDA8968C7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36F08D4-A3EF-CEAF-3A08-67FA6FD393E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2E1FF4D-42FB-3AC7-BE63-C9C560529AF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BBF118B-428C-F525-3F51-26D1390A2EEA}"/>
              </a:ext>
            </a:extLst>
          </p:cNvPr>
          <p:cNvPicPr>
            <a:picLocks noChangeAspect="1"/>
          </p:cNvPicPr>
          <p:nvPr/>
        </p:nvPicPr>
        <p:blipFill>
          <a:blip r:embed="rId3"/>
          <a:stretch>
            <a:fillRect/>
          </a:stretch>
        </p:blipFill>
        <p:spPr>
          <a:xfrm>
            <a:off x="673514" y="1387337"/>
            <a:ext cx="8028884" cy="58254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pic>
        <p:nvPicPr>
          <p:cNvPr id="6" name="Picture 5">
            <a:extLst>
              <a:ext uri="{FF2B5EF4-FFF2-40B4-BE49-F238E27FC236}">
                <a16:creationId xmlns:a16="http://schemas.microsoft.com/office/drawing/2014/main" id="{A2BBC692-91CF-1C16-CA57-365920DA2D8D}"/>
              </a:ext>
            </a:extLst>
          </p:cNvPr>
          <p:cNvPicPr>
            <a:picLocks noChangeAspect="1"/>
          </p:cNvPicPr>
          <p:nvPr/>
        </p:nvPicPr>
        <p:blipFill>
          <a:blip r:embed="rId4"/>
          <a:srcRect b="13" r="37"/>
          <a:stretch>
            <a:fillRect/>
          </a:stretch>
        </p:blipFill>
        <p:spPr>
          <a:xfrm>
            <a:off x="673651" y="1965739"/>
            <a:ext cx="8028618" cy="460514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94651166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Lst>
  </p:timing>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D7A6396-616B-8C41-4565-B61ADD0EAC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0D096E7-BBAA-4CC7-66DC-F5A9C53F5F9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E572C7-E021-7C77-29D0-EDB1A42D007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E56EBDE-2EB3-D6C8-D9DC-554CA84C2C2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AFF4D8AC-7500-9F10-2284-DD296F70443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EEA958A-0123-5727-8509-6CA1B850BD60}"/>
              </a:ext>
            </a:extLst>
          </p:cNvPr>
          <p:cNvPicPr>
            <a:picLocks noChangeAspect="1"/>
          </p:cNvPicPr>
          <p:nvPr/>
        </p:nvPicPr>
        <p:blipFill>
          <a:blip r:embed="rId3"/>
          <a:srcRect b="90" r="17"/>
          <a:stretch>
            <a:fillRect/>
          </a:stretch>
        </p:blipFill>
        <p:spPr>
          <a:xfrm>
            <a:off x="673652" y="1203738"/>
            <a:ext cx="8638283" cy="5070291"/>
          </a:xfrm>
          <a:prstGeom prst="rect">
            <a:avLst/>
          </a:prstGeom>
        </p:spPr>
      </p:pic>
    </p:spTree>
    <p:extLst>
      <p:ext uri="{BB962C8B-B14F-4D97-AF65-F5344CB8AC3E}">
        <p14:creationId xmlns:p14="http://schemas.microsoft.com/office/powerpoint/2010/main" val="23915537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8996ED5-4AB0-1019-70B9-557CEB6B2E9F}"/>
              </a:ext>
            </a:extLst>
          </p:cNvPr>
          <p:cNvPicPr>
            <a:picLocks noChangeAspect="1"/>
          </p:cNvPicPr>
          <p:nvPr/>
        </p:nvPicPr>
        <p:blipFill>
          <a:blip r:embed="rId3"/>
          <a:srcRect b="13" r="32"/>
          <a:stretch>
            <a:fillRect/>
          </a:stretch>
        </p:blipFill>
        <p:spPr>
          <a:xfrm>
            <a:off x="673652" y="1203738"/>
            <a:ext cx="8459314" cy="488122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90397982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AB9DFF9-1B81-5317-4234-BD69FD26BB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1F6DBC-7D42-D791-7368-218386710A2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B1F6C2E-F1EF-9FBF-F558-700398B9DD5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D3480BBD-0320-D61C-56EE-863CF8A47B7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1A79E4B4-D672-687D-785F-2AC17D00CAB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3" name="Picture 2">
            <a:extLst>
              <a:ext uri="{FF2B5EF4-FFF2-40B4-BE49-F238E27FC236}">
                <a16:creationId xmlns:a16="http://schemas.microsoft.com/office/drawing/2014/main" id="{82394433-03A7-94F9-285C-89EB4941EEB7}"/>
              </a:ext>
            </a:extLst>
          </p:cNvPr>
          <p:cNvPicPr>
            <a:picLocks noChangeAspect="1"/>
          </p:cNvPicPr>
          <p:nvPr/>
        </p:nvPicPr>
        <p:blipFill>
          <a:blip r:embed="rId3"/>
          <a:srcRect b="37" r="59"/>
          <a:stretch>
            <a:fillRect/>
          </a:stretch>
        </p:blipFill>
        <p:spPr>
          <a:xfrm>
            <a:off x="673653" y="1270000"/>
            <a:ext cx="8890001" cy="541094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20547404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59ADBE54-7700-DD0F-0CAC-8E1D5D63B704}"/>
              </a:ext>
            </a:extLst>
          </p:cNvPr>
          <p:cNvPicPr>
            <a:picLocks noChangeAspect="1"/>
          </p:cNvPicPr>
          <p:nvPr/>
        </p:nvPicPr>
        <p:blipFill>
          <a:blip r:embed="rId3"/>
          <a:srcRect b="74" r="37"/>
          <a:stretch>
            <a:fillRect/>
          </a:stretch>
        </p:blipFill>
        <p:spPr>
          <a:xfrm>
            <a:off x="784087" y="1192695"/>
            <a:ext cx="8680185" cy="537632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42152226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2CD00E4-92CC-1D84-FEC5-CA50DEB1F70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309BA7-8E98-09AF-4D74-B56BAA092A6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E0AC753-A05F-920A-0F1C-981A3CD8B33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3E0FBFF-7FC3-B0E4-E08A-0570D74D597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E9DEBE0-299E-D7EA-D66D-4C5853CDF54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D22E867-8C3D-DE81-7609-46204E18482C}"/>
              </a:ext>
            </a:extLst>
          </p:cNvPr>
          <p:cNvPicPr>
            <a:picLocks noChangeAspect="1"/>
          </p:cNvPicPr>
          <p:nvPr/>
        </p:nvPicPr>
        <p:blipFill>
          <a:blip r:embed="rId3"/>
          <a:srcRect b="56" r="30"/>
          <a:stretch>
            <a:fillRect/>
          </a:stretch>
        </p:blipFill>
        <p:spPr>
          <a:xfrm>
            <a:off x="894522" y="1270000"/>
            <a:ext cx="5853051" cy="527923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00544097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AA2A1C3-BCCE-3E88-5221-78CCF86BCC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4E5C9C-2EFF-C362-A353-318ACB684D5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4EA314A-995A-F005-5A68-886DB15EB0B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F52DDC07-2AD8-C255-611A-AF140DD2EA0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AB0752C-CB2D-E2E8-BF35-346B3C011A0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9B4818C-8373-1384-00E9-D39154AFE66F}"/>
              </a:ext>
            </a:extLst>
          </p:cNvPr>
          <p:cNvPicPr>
            <a:picLocks noChangeAspect="1"/>
          </p:cNvPicPr>
          <p:nvPr/>
        </p:nvPicPr>
        <p:blipFill>
          <a:blip r:embed="rId3"/>
          <a:srcRect b="53" r="59"/>
          <a:stretch>
            <a:fillRect/>
          </a:stretch>
        </p:blipFill>
        <p:spPr>
          <a:xfrm>
            <a:off x="673652" y="1203738"/>
            <a:ext cx="8702271" cy="547129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71383229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4D6D86F-7FD1-7B0C-6E08-85BDAC1D5B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2F0CD2-C66C-D6AE-E954-09CBFFA223F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524E37F-B920-CA0D-067A-DA87AADCB22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DA20D9A-24B3-197F-88C4-606DFE5A0C5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D684B04-C67E-D40D-96BF-AC933220FCF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D0281F8-3639-FCE5-B99D-A98A4D5944E2}"/>
              </a:ext>
            </a:extLst>
          </p:cNvPr>
          <p:cNvPicPr>
            <a:picLocks noChangeAspect="1"/>
          </p:cNvPicPr>
          <p:nvPr/>
        </p:nvPicPr>
        <p:blipFill>
          <a:blip r:embed="rId3"/>
          <a:srcRect b="77" r="61"/>
          <a:stretch>
            <a:fillRect/>
          </a:stretch>
        </p:blipFill>
        <p:spPr>
          <a:xfrm>
            <a:off x="673653" y="1192695"/>
            <a:ext cx="10027480" cy="527878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61327343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D7CA051-3942-F2FD-67FD-932DF876CF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B03AD3-0FAD-446B-A232-7FE1DFFE6AE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06FAE5F-B86C-DF5C-9901-4D5181D39A8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50D49F3-8C11-D52F-1758-50B815233BC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55D448B-FBD2-346F-1004-3FFB8848C4E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9CB1AD8E-347A-8026-ADAD-7C315184E5E7}"/>
              </a:ext>
            </a:extLst>
          </p:cNvPr>
          <p:cNvPicPr>
            <a:picLocks noChangeAspect="1"/>
          </p:cNvPicPr>
          <p:nvPr/>
        </p:nvPicPr>
        <p:blipFill>
          <a:blip r:embed="rId3"/>
          <a:srcRect b="63" r="1"/>
          <a:stretch>
            <a:fillRect/>
          </a:stretch>
        </p:blipFill>
        <p:spPr>
          <a:xfrm>
            <a:off x="784087" y="1192695"/>
            <a:ext cx="8039659" cy="528188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5733305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99DFB74-FD59-1056-C45E-DB3BA2017E2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6F2270-398D-BEE0-1D3B-68B61BD163F4}"/>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11DBC24-C771-36C2-87D7-624F8E1F51D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A9877CEE-7EC7-983E-C4F1-A827C307743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61D7626-6D4F-95E4-F681-29E5E96A1E8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3B890CA4-4BB7-A40F-1665-FEEAE3501493}"/>
              </a:ext>
            </a:extLst>
          </p:cNvPr>
          <p:cNvPicPr>
            <a:picLocks noChangeAspect="1"/>
          </p:cNvPicPr>
          <p:nvPr/>
        </p:nvPicPr>
        <p:blipFill>
          <a:blip r:embed="rId3"/>
          <a:srcRect b="71" r="19"/>
          <a:stretch>
            <a:fillRect/>
          </a:stretch>
        </p:blipFill>
        <p:spPr>
          <a:xfrm>
            <a:off x="673651" y="1181651"/>
            <a:ext cx="9342784" cy="538871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60959323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35C98E6-B0A9-47A3-FB9E-224330BE1D9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F51AE2-C245-2870-7DA0-A98A1864051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93FCB46-BB68-267F-4E3E-83365405552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5D73A4C-3A21-D875-A709-F7ADF890362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E4B5FDA-711B-29B5-9FDC-4CD2A0C0AAA0}"/>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11F3D9A-E105-68D2-1C8D-6F71AF9CC455}"/>
              </a:ext>
            </a:extLst>
          </p:cNvPr>
          <p:cNvPicPr>
            <a:picLocks noChangeAspect="1"/>
          </p:cNvPicPr>
          <p:nvPr/>
        </p:nvPicPr>
        <p:blipFill>
          <a:blip r:embed="rId3"/>
          <a:srcRect b="26" r="12"/>
          <a:stretch>
            <a:fillRect/>
          </a:stretch>
        </p:blipFill>
        <p:spPr>
          <a:xfrm>
            <a:off x="541130" y="1203738"/>
            <a:ext cx="9088794" cy="546564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56477171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D7DB08F-AAF1-6A18-4E64-22C77D574C9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F978ED-506B-839E-F5ED-8B08CDE24E9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9169E75-9E08-F3D9-C8A4-475D03039F9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70FF196-761C-D266-97D0-FAF883E45F3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C89F7C6-537A-AEB1-8974-F3BAAA358EE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A95DD4B-22F1-9917-4A83-6F81708AFE5B}"/>
              </a:ext>
            </a:extLst>
          </p:cNvPr>
          <p:cNvPicPr>
            <a:picLocks noChangeAspect="1"/>
          </p:cNvPicPr>
          <p:nvPr/>
        </p:nvPicPr>
        <p:blipFill>
          <a:blip r:embed="rId3"/>
          <a:srcRect b="91" r="50"/>
          <a:stretch>
            <a:fillRect/>
          </a:stretch>
        </p:blipFill>
        <p:spPr>
          <a:xfrm>
            <a:off x="673652" y="1181651"/>
            <a:ext cx="8260524" cy="538746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62730218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B135D03-0A02-AE1C-7F40-B60587E6D3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90CE66-4A4F-B112-D2ED-9E342E19B14B}"/>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97EA7F7-1D63-8397-6445-C333C8DA23FD}"/>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455B561-2D64-68DF-B6DE-1198E870F3E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D49EC53-89A3-9F16-14AC-A8B496C89F5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1FB511F-D413-48F2-0D2F-43048142A0B2}"/>
              </a:ext>
            </a:extLst>
          </p:cNvPr>
          <p:cNvPicPr>
            <a:picLocks noChangeAspect="1"/>
          </p:cNvPicPr>
          <p:nvPr/>
        </p:nvPicPr>
        <p:blipFill>
          <a:blip r:embed="rId3"/>
          <a:srcRect b="97" r="74"/>
          <a:stretch>
            <a:fillRect/>
          </a:stretch>
        </p:blipFill>
        <p:spPr>
          <a:xfrm>
            <a:off x="828261" y="1203738"/>
            <a:ext cx="9121921" cy="546741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59677480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7AB98A3-3C2F-EF7B-0184-007A9BAAC4F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BBAA1F-5F3D-6DCE-1717-E23013BF5C9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4C16638-7E62-BC95-9627-43BEF8E8F27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91A85713-9639-74A7-D9B5-78FDA826BDF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8FE3867-73A1-0590-C849-43317CA7DB6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DE4E671-014F-156C-9E1F-CC2F10469EE4}"/>
              </a:ext>
            </a:extLst>
          </p:cNvPr>
          <p:cNvPicPr>
            <a:picLocks noChangeAspect="1"/>
          </p:cNvPicPr>
          <p:nvPr/>
        </p:nvPicPr>
        <p:blipFill>
          <a:blip r:embed="rId3"/>
          <a:srcRect b="2" l="55" r="3" t="-1029"/>
          <a:stretch>
            <a:fillRect/>
          </a:stretch>
        </p:blipFill>
        <p:spPr>
          <a:xfrm>
            <a:off x="673652" y="1203740"/>
            <a:ext cx="8370972" cy="526819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40917443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0664B1E-DD46-3435-729F-6FF273DAA8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C9250D-A23A-E259-9174-3F980832963B}"/>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1871030-0519-0900-EA3C-A78DA91BF9C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C5111008-E33A-8F8E-1195-2104C0015E8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A0EAE6B-05C9-9522-3335-EF1105CE5BF3}"/>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89C735E-D13A-72D1-E5BD-D37ADF6B831B}"/>
              </a:ext>
            </a:extLst>
          </p:cNvPr>
          <p:cNvPicPr>
            <a:picLocks noChangeAspect="1"/>
          </p:cNvPicPr>
          <p:nvPr/>
        </p:nvPicPr>
        <p:blipFill>
          <a:blip r:embed="rId3"/>
          <a:srcRect b="36" r="52" t="-60"/>
          <a:stretch>
            <a:fillRect/>
          </a:stretch>
        </p:blipFill>
        <p:spPr>
          <a:xfrm>
            <a:off x="815009" y="1264195"/>
            <a:ext cx="9470582" cy="518775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02579485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5659532-9E41-42FF-CD33-6F1EFD666A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54B77C5-A68F-6DAC-6FDB-7FDF2735236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A7892A-00F2-2BDD-1EB0-EF3F30A1D7F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A5F0EDB-6327-2A66-C0BD-A0857763734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140D0DBA-F484-601C-2601-1208BFFD6A03}"/>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C5C8759F-2F25-B560-DEA8-4EE45B865CB5}"/>
              </a:ext>
            </a:extLst>
          </p:cNvPr>
          <p:cNvPicPr>
            <a:picLocks noChangeAspect="1"/>
          </p:cNvPicPr>
          <p:nvPr/>
        </p:nvPicPr>
        <p:blipFill>
          <a:blip r:embed="rId3"/>
          <a:srcRect b="44" r="42"/>
          <a:stretch>
            <a:fillRect/>
          </a:stretch>
        </p:blipFill>
        <p:spPr>
          <a:xfrm>
            <a:off x="670812" y="1196165"/>
            <a:ext cx="8958946" cy="528493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93208769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15FF6F6-2B84-A84F-3F52-D8299B4763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0C5BFFC-9BEC-6CD4-257F-ED5C529A3FD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EAC574E-8574-DC0A-DD15-3D0DA0A7195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AA14593F-9733-6ECC-A220-49AD210E579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64653F1-102D-A650-0683-A4DC0E3A6B3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DBE453B-BEDE-1C77-917C-D118479628A5}"/>
              </a:ext>
            </a:extLst>
          </p:cNvPr>
          <p:cNvPicPr>
            <a:picLocks noChangeAspect="1"/>
          </p:cNvPicPr>
          <p:nvPr/>
        </p:nvPicPr>
        <p:blipFill>
          <a:blip r:embed="rId3"/>
          <a:srcRect b="84" r="3"/>
          <a:stretch>
            <a:fillRect/>
          </a:stretch>
        </p:blipFill>
        <p:spPr>
          <a:xfrm>
            <a:off x="784087" y="1181652"/>
            <a:ext cx="7388090" cy="539092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58018049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A5E926E-96EE-CA5A-779C-45E180B689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FE5F055-D7CF-6D5E-E263-F7AAF32B6D1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AD551D9-A54A-CD78-7280-7002B41D4F7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C495B975-5275-7CE4-A808-1B4EE23EDFD4}"/>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2FDB847-1F82-67E2-1517-29981314795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A7A0CD3-FC33-378D-D724-6DC652939A17}"/>
              </a:ext>
            </a:extLst>
          </p:cNvPr>
          <p:cNvPicPr>
            <a:picLocks noChangeAspect="1"/>
          </p:cNvPicPr>
          <p:nvPr/>
        </p:nvPicPr>
        <p:blipFill>
          <a:blip r:embed="rId3"/>
          <a:srcRect b="70" r="71"/>
          <a:stretch>
            <a:fillRect/>
          </a:stretch>
        </p:blipFill>
        <p:spPr>
          <a:xfrm>
            <a:off x="773044" y="1192695"/>
            <a:ext cx="9033576" cy="538079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10411840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BDB8FBBA-F6E8-A513-33AB-9580EC58D2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BB803C-4D98-0FD1-9007-43D4FFA675D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CD3C1A0-1B01-671C-80F0-6FDB75E8BDD1}"/>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DFF86D7D-795F-7F33-C49F-1F462ADEAA5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5A660FE-EBE7-010A-02BC-0B226527A8A7}"/>
              </a:ext>
            </a:extLst>
          </p:cNvPr>
          <p:cNvPicPr>
            <a:picLocks noChangeAspect="1"/>
          </p:cNvPicPr>
          <p:nvPr/>
        </p:nvPicPr>
        <p:blipFill>
          <a:blip r:embed="rId3"/>
          <a:srcRect b="97" r="41"/>
          <a:stretch>
            <a:fillRect/>
          </a:stretch>
        </p:blipFill>
        <p:spPr>
          <a:xfrm>
            <a:off x="673651" y="1203738"/>
            <a:ext cx="9442185" cy="527658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93978250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9D42C51-501C-A1EA-96EC-9FBF97D1C0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F1AB6A-0715-D7E1-C455-6D1BD9D27CC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B7C50FB-7362-2590-7EA0-702C11062E8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AAE16A2-51A2-5277-187C-12DF24414BE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18A5808-0392-AE91-16FE-24AE50D4B0F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49E97F9-0D83-8B8F-4280-EE6B78496C43}"/>
              </a:ext>
            </a:extLst>
          </p:cNvPr>
          <p:cNvPicPr>
            <a:picLocks noChangeAspect="1"/>
          </p:cNvPicPr>
          <p:nvPr/>
        </p:nvPicPr>
        <p:blipFill>
          <a:blip r:embed="rId3"/>
          <a:srcRect b="71" r="23"/>
          <a:stretch>
            <a:fillRect/>
          </a:stretch>
        </p:blipFill>
        <p:spPr>
          <a:xfrm>
            <a:off x="673653" y="1060173"/>
            <a:ext cx="9939131" cy="560958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53277726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412CA22B-F760-C49A-C6D2-1B90C1BFB6E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78AE17-A29B-1757-D2A2-236C1B28832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0E2BF19-917A-875F-5800-26465AFA3CA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14E8DE9-E835-73CD-DE49-04D5A1FBB453}"/>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7CD058E2-4EAC-0B6D-39C4-F64A9FF5414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CC65BC7-3040-4B4F-F952-029854ACAE91}"/>
              </a:ext>
            </a:extLst>
          </p:cNvPr>
          <p:cNvPicPr>
            <a:picLocks noChangeAspect="1"/>
          </p:cNvPicPr>
          <p:nvPr/>
        </p:nvPicPr>
        <p:blipFill>
          <a:blip r:embed="rId3"/>
          <a:srcRect b="71" r="30"/>
          <a:stretch>
            <a:fillRect/>
          </a:stretch>
        </p:blipFill>
        <p:spPr>
          <a:xfrm>
            <a:off x="795131" y="1093304"/>
            <a:ext cx="8083837" cy="537817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44742853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57DF51C-3838-75E5-47B5-1E42DCA766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374F0EB-A58C-CAF8-E7CC-5EB1A3E7AAC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EC85AA6-0D51-A8F2-77A3-2002F5D61F3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51AA909-7430-1699-7E0B-E90CA5FBFE7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ABAF880-5D2D-7F61-6C76-8048E1CA5A6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9D08979-ED60-6BF0-D297-2C3849DA6657}"/>
              </a:ext>
            </a:extLst>
          </p:cNvPr>
          <p:cNvPicPr>
            <a:picLocks noChangeAspect="1"/>
          </p:cNvPicPr>
          <p:nvPr/>
        </p:nvPicPr>
        <p:blipFill>
          <a:blip r:embed="rId3"/>
          <a:srcRect b="25" l="48" r="10"/>
          <a:stretch>
            <a:fillRect/>
          </a:stretch>
        </p:blipFill>
        <p:spPr>
          <a:xfrm>
            <a:off x="679151" y="1077685"/>
            <a:ext cx="9009149" cy="558002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57296501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656ECA6-7A5B-F168-33BA-7234DC5F7A9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E4CCA7-6F93-53A1-4EA6-89D3C479859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C5231C0-1A0A-71AC-76F4-6B257B4D301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8BC411F-8BFF-14A4-1BB1-84EAD30F48E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72853A4-E75B-31A7-D99F-CCBBB570F95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3F7B131E-FD91-9900-47B2-14E06E71F475}"/>
              </a:ext>
            </a:extLst>
          </p:cNvPr>
          <p:cNvPicPr>
            <a:picLocks noChangeAspect="1"/>
          </p:cNvPicPr>
          <p:nvPr/>
        </p:nvPicPr>
        <p:blipFill>
          <a:blip r:embed="rId3"/>
          <a:srcRect b="74" r="23"/>
          <a:stretch>
            <a:fillRect/>
          </a:stretch>
        </p:blipFill>
        <p:spPr>
          <a:xfrm>
            <a:off x="672705" y="1261164"/>
            <a:ext cx="9834226" cy="521934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54995322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6B80F62-C070-DB6A-C93E-3C5DCE7032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0FE783A-7A4A-14B8-1117-D96AE8FE806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870B2AF-025E-AE00-DF04-2E6B2CAFB10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BBF9997-BAB7-2DDE-4249-90034A77E8F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065607D-7E18-0C34-84E7-C6E478D69C4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A6FABC6-5756-3729-1731-FA97550D4EBE}"/>
              </a:ext>
            </a:extLst>
          </p:cNvPr>
          <p:cNvPicPr>
            <a:picLocks noChangeAspect="1"/>
          </p:cNvPicPr>
          <p:nvPr/>
        </p:nvPicPr>
        <p:blipFill>
          <a:blip r:embed="rId3"/>
          <a:srcRect b="82" r="40"/>
          <a:stretch>
            <a:fillRect/>
          </a:stretch>
        </p:blipFill>
        <p:spPr>
          <a:xfrm>
            <a:off x="566058" y="1186543"/>
            <a:ext cx="9231089" cy="537566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9064833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65A4B34-FD15-573F-956A-E0BA51F2A5F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4089EC-745E-18BA-4B0B-8D03F567792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06A6E17-D35A-2152-CAE6-965CFA758E7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BAC71AF-01A9-EF54-88A4-8B2D58149D7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3EA2FF3D-21EA-4BB1-B69A-AFDC40F8FD8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BAFC6B6-B6D9-4296-07C0-8064A0D8AF36}"/>
              </a:ext>
            </a:extLst>
          </p:cNvPr>
          <p:cNvPicPr>
            <a:picLocks noChangeAspect="1"/>
          </p:cNvPicPr>
          <p:nvPr/>
        </p:nvPicPr>
        <p:blipFill>
          <a:blip r:embed="rId3"/>
          <a:srcRect b="71" r="52"/>
          <a:stretch>
            <a:fillRect/>
          </a:stretch>
        </p:blipFill>
        <p:spPr>
          <a:xfrm>
            <a:off x="773043" y="1270000"/>
            <a:ext cx="9431138" cy="508000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9838466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C2B60ED-A774-D6D0-0414-22CC0E7E0E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D7E108-5735-F66F-094F-FEA29AFBEDC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A5BB196-C2B3-D660-0223-58157AA7010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FCC0A7D-6A9C-A24C-5F51-9D5703E5B18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A1F64142-23C3-BF0F-0E25-BADC44A62D8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58B2A0D-92AA-C67A-DC8A-B629543135D8}"/>
              </a:ext>
            </a:extLst>
          </p:cNvPr>
          <p:cNvPicPr>
            <a:picLocks noChangeAspect="1"/>
          </p:cNvPicPr>
          <p:nvPr/>
        </p:nvPicPr>
        <p:blipFill>
          <a:blip r:embed="rId3"/>
          <a:srcRect b="45" r="28"/>
          <a:stretch>
            <a:fillRect/>
          </a:stretch>
        </p:blipFill>
        <p:spPr>
          <a:xfrm>
            <a:off x="1004956" y="1203738"/>
            <a:ext cx="9508436" cy="536713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25945453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1531CFF-D5A0-04C3-A2CC-5DBC3423B2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272691-D8AB-B132-AE1F-7C78F96B680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CBE4CD2-A0CB-59E1-1C9F-EEBB0D12B6E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AEF7D21-220A-D820-0A29-ECFED57CBC0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1A6C11DD-473E-4A3E-E686-30167668FBA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9C1A3EE-DB4B-E967-E5A9-B590100E4F3C}"/>
              </a:ext>
            </a:extLst>
          </p:cNvPr>
          <p:cNvPicPr>
            <a:picLocks noChangeAspect="1"/>
          </p:cNvPicPr>
          <p:nvPr/>
        </p:nvPicPr>
        <p:blipFill>
          <a:blip r:embed="rId3"/>
          <a:srcRect b="56" r="31"/>
          <a:stretch>
            <a:fillRect/>
          </a:stretch>
        </p:blipFill>
        <p:spPr>
          <a:xfrm>
            <a:off x="673653" y="1192694"/>
            <a:ext cx="9243398" cy="538171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54511522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63A2290-02A6-51AF-D76D-8516E1CE8C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0C862F-A89D-F77E-DA9F-5DF346E95F7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E278A6-362E-FFED-2178-D79C83F2F7A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C5007469-B396-15A4-984D-0091CAACE403}"/>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417AD42-9FEB-3A7A-578E-EDC1778F84B0}"/>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DDCF3A0-D0EB-469A-ABD2-D4A51FAC3900}"/>
              </a:ext>
            </a:extLst>
          </p:cNvPr>
          <p:cNvPicPr>
            <a:picLocks noChangeAspect="1"/>
          </p:cNvPicPr>
          <p:nvPr/>
        </p:nvPicPr>
        <p:blipFill>
          <a:blip r:embed="rId3"/>
          <a:srcRect b="2" r="3"/>
          <a:stretch>
            <a:fillRect/>
          </a:stretch>
        </p:blipFill>
        <p:spPr>
          <a:xfrm>
            <a:off x="883479" y="1093304"/>
            <a:ext cx="9831270" cy="547828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04912613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C93A1602-626F-5D90-7EAF-A1687533FB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EAE7313-D21C-CAF0-3EED-33DA545A9AE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D90FBA4-B0AD-E558-A7D2-52FCE9EC8331}"/>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A0D1769-22F2-954B-093A-D9C6B47A83D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02D0894-3423-C77F-6A83-1AE0C8043BC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BBB9E2A-8DC9-1CF8-A5E7-6639939692A2}"/>
              </a:ext>
            </a:extLst>
          </p:cNvPr>
          <p:cNvPicPr>
            <a:picLocks noChangeAspect="1"/>
          </p:cNvPicPr>
          <p:nvPr/>
        </p:nvPicPr>
        <p:blipFill>
          <a:blip r:embed="rId3"/>
          <a:srcRect b="43" r="29"/>
          <a:stretch>
            <a:fillRect/>
          </a:stretch>
        </p:blipFill>
        <p:spPr>
          <a:xfrm>
            <a:off x="674913" y="1208314"/>
            <a:ext cx="9840696" cy="546463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06648703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CEDC559-B34D-1FE8-610C-85E3F689292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6FF463-19B5-EBAF-5904-9B23E571AC1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3782880-31AB-C3D5-1641-FD0434785F3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F581C47-C7AA-E15F-77B8-5B9BD961140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4DE3BAF-9C75-8F23-2934-D72FC9F5EDE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BE0CE72-707C-32CC-83F5-C70E8269F661}"/>
              </a:ext>
            </a:extLst>
          </p:cNvPr>
          <p:cNvPicPr>
            <a:picLocks noChangeAspect="1"/>
          </p:cNvPicPr>
          <p:nvPr/>
        </p:nvPicPr>
        <p:blipFill>
          <a:blip r:embed="rId3"/>
          <a:srcRect b="71" r="57"/>
          <a:stretch>
            <a:fillRect/>
          </a:stretch>
        </p:blipFill>
        <p:spPr>
          <a:xfrm>
            <a:off x="673652" y="1203739"/>
            <a:ext cx="9596790" cy="546652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0186407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FE0B4E7-476A-0EAB-562C-17C9AFBB38E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C0C31E-21D0-5D32-04B1-A78BE9E16C6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D2CFE3D-B903-C7DA-5A33-1D39F4F1A76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6284F00-9CE5-6A53-D9E0-AFE510B97D6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B17AADB-9E9C-164B-65F9-D4B48B38E45E}"/>
              </a:ext>
            </a:extLst>
          </p:cNvPr>
          <p:cNvPicPr>
            <a:picLocks noChangeAspect="1"/>
          </p:cNvPicPr>
          <p:nvPr/>
        </p:nvPicPr>
        <p:blipFill>
          <a:blip r:embed="rId3"/>
          <a:srcRect b="71" r="32"/>
          <a:stretch>
            <a:fillRect/>
          </a:stretch>
        </p:blipFill>
        <p:spPr>
          <a:xfrm>
            <a:off x="674914" y="1193168"/>
            <a:ext cx="9507174" cy="537928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8196007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Lst>
  </p:timing>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110A706-DAAB-E10F-5502-D2EBB276ED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DE4C64-DC9F-E88B-C20D-3F777BCA661A}"/>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8A641C5-EF0B-AF0A-5149-7AEED517850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9409FF0-D4A9-CD1F-621A-984FB5627E0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104C703-A544-F263-D19D-09EB2ED0066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3" name="Picture 2">
            <a:extLst>
              <a:ext uri="{FF2B5EF4-FFF2-40B4-BE49-F238E27FC236}">
                <a16:creationId xmlns:a16="http://schemas.microsoft.com/office/drawing/2014/main" id="{B9AB83D9-E2AE-E6A8-9F6B-C59205BD4719}"/>
              </a:ext>
            </a:extLst>
          </p:cNvPr>
          <p:cNvPicPr>
            <a:picLocks noChangeAspect="1"/>
          </p:cNvPicPr>
          <p:nvPr/>
        </p:nvPicPr>
        <p:blipFill>
          <a:blip r:embed="rId3"/>
          <a:srcRect b="22" r="11"/>
          <a:stretch>
            <a:fillRect/>
          </a:stretch>
        </p:blipFill>
        <p:spPr>
          <a:xfrm>
            <a:off x="674914" y="1197430"/>
            <a:ext cx="9633864" cy="5306247"/>
          </a:xfrm>
          <a:prstGeom prst="rect">
            <a:avLst/>
          </a:prstGeom>
        </p:spPr>
      </p:pic>
    </p:spTree>
    <p:extLst>
      <p:ext uri="{BB962C8B-B14F-4D97-AF65-F5344CB8AC3E}">
        <p14:creationId xmlns:p14="http://schemas.microsoft.com/office/powerpoint/2010/main" val="224178162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F8C87B2-E357-A7C3-FE52-D0938C2396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D14D884-D0F2-16F7-BBBE-79D888233BFB}"/>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CD3918F-F19F-E9E3-DE2B-7C646B7B588F}"/>
              </a:ext>
            </a:extLst>
          </p:cNvPr>
          <p:cNvSpPr>
            <a:spLocks noGrp="1"/>
          </p:cNvSpPr>
          <p:nvPr>
            <p:ph type="title"/>
          </p:nvPr>
        </p:nvSpPr>
        <p:spPr>
          <a:xfrm>
            <a:off x="501786" y="337932"/>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D143FA6-017F-2E83-8AE2-A4764AB859A2}"/>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83A8FE4-4E79-A928-638C-407330CBEE4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10" name="Text Placeholder 1">
            <a:extLst>
              <a:ext uri="{FF2B5EF4-FFF2-40B4-BE49-F238E27FC236}">
                <a16:creationId xmlns:a16="http://schemas.microsoft.com/office/drawing/2014/main" id="{34DFBED9-0781-5674-78C9-43F2A114041D}"/>
              </a:ext>
            </a:extLst>
          </p:cNvPr>
          <p:cNvSpPr>
            <a:spLocks noGrp="1"/>
          </p:cNvSpPr>
          <p:nvPr>
            <p:ph idx="12" sz="quarter" type="body"/>
          </p:nvPr>
        </p:nvSpPr>
        <p:spPr>
          <a:xfrm>
            <a:off x="2516221" y="4359950"/>
            <a:ext cx="4275138" cy="477520"/>
          </a:xfrm>
        </p:spPr>
        <p:txBody>
          <a:bodyPr anchor="t" bIns="45720" lIns="91440" rIns="91440" rtlCol="0" tIns="45720" vert="horz">
            <a:normAutofit/>
          </a:bodyPr>
          <a:lstStyle/>
          <a:p>
            <a:pPr indent="0" marL="0">
              <a:buNone/>
            </a:pPr>
            <a:endParaRPr dirty="0" lang="en-US"/>
          </a:p>
        </p:txBody>
      </p:sp>
      <p:pic>
        <p:nvPicPr>
          <p:cNvPr id="2" name="Picture 1">
            <a:extLst>
              <a:ext uri="{FF2B5EF4-FFF2-40B4-BE49-F238E27FC236}">
                <a16:creationId xmlns:a16="http://schemas.microsoft.com/office/drawing/2014/main" id="{0593644F-E01A-23DC-2B0B-2415220517AF}"/>
              </a:ext>
            </a:extLst>
          </p:cNvPr>
          <p:cNvPicPr>
            <a:picLocks noChangeAspect="1"/>
          </p:cNvPicPr>
          <p:nvPr/>
        </p:nvPicPr>
        <p:blipFill>
          <a:blip r:embed="rId3"/>
          <a:stretch>
            <a:fillRect/>
          </a:stretch>
        </p:blipFill>
        <p:spPr>
          <a:xfrm>
            <a:off x="678139" y="1280472"/>
            <a:ext cx="8998403" cy="60143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pic>
        <p:nvPicPr>
          <p:cNvPr id="3" name="Picture 2">
            <a:extLst>
              <a:ext uri="{FF2B5EF4-FFF2-40B4-BE49-F238E27FC236}">
                <a16:creationId xmlns:a16="http://schemas.microsoft.com/office/drawing/2014/main" id="{650E90D2-9C9F-DCAB-1E68-C2E908565B3B}"/>
              </a:ext>
            </a:extLst>
          </p:cNvPr>
          <p:cNvPicPr>
            <a:picLocks noChangeAspect="1"/>
          </p:cNvPicPr>
          <p:nvPr/>
        </p:nvPicPr>
        <p:blipFill>
          <a:blip r:embed="rId4"/>
          <a:srcRect b="60" r="15"/>
          <a:stretch>
            <a:fillRect/>
          </a:stretch>
        </p:blipFill>
        <p:spPr>
          <a:xfrm>
            <a:off x="674914" y="1883229"/>
            <a:ext cx="8998393" cy="477398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9129049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par>
                    <p:cTn fill="hold" id="24">
                      <p:stCondLst>
                        <p:cond delay="indefinite"/>
                      </p:stCondLst>
                      <p:childTnLst>
                        <p:par>
                          <p:cTn fill="hold" id="25">
                            <p:stCondLst>
                              <p:cond delay="0"/>
                            </p:stCondLst>
                            <p:childTnLst>
                              <p:par>
                                <p:cTn fill="hold" grpId="0" id="26" nodePh="1" nodeType="clickEffect" presetClass="entr" presetID="42" presetSubtype="0">
                                  <p:stCondLst>
                                    <p:cond delay="0"/>
                                  </p:stCondLst>
                                  <p:endCondLst>
                                    <p:cond delay="0" evt="begin">
                                      <p:tn val="26"/>
                                    </p:cond>
                                  </p:endCondLst>
                                  <p:childTnLst>
                                    <p:set>
                                      <p:cBhvr>
                                        <p:cTn dur="1" fill="hold" id="27">
                                          <p:stCondLst>
                                            <p:cond delay="0"/>
                                          </p:stCondLst>
                                        </p:cTn>
                                        <p:tgtEl>
                                          <p:spTgt spid="10">
                                            <p:txEl>
                                              <p:pRg end="0" st="0"/>
                                            </p:txEl>
                                          </p:spTgt>
                                        </p:tgtEl>
                                        <p:attrNameLst>
                                          <p:attrName>style.visibility</p:attrName>
                                        </p:attrNameLst>
                                      </p:cBhvr>
                                      <p:to>
                                        <p:strVal val="visible"/>
                                      </p:to>
                                    </p:set>
                                    <p:animEffect filter="fade" transition="in">
                                      <p:cBhvr>
                                        <p:cTn dur="1000" id="28"/>
                                        <p:tgtEl>
                                          <p:spTgt spid="10">
                                            <p:txEl>
                                              <p:pRg end="0" st="0"/>
                                            </p:txEl>
                                          </p:spTgt>
                                        </p:tgtEl>
                                      </p:cBhvr>
                                    </p:animEffect>
                                    <p:anim calcmode="lin" valueType="num">
                                      <p:cBhvr>
                                        <p:cTn dur="1000" fill="hold" id="29"/>
                                        <p:tgtEl>
                                          <p:spTgt spid="10">
                                            <p:txEl>
                                              <p:pRg end="0" st="0"/>
                                            </p:txEl>
                                          </p:spTgt>
                                        </p:tgtEl>
                                        <p:attrNameLst>
                                          <p:attrName>ppt_x</p:attrName>
                                        </p:attrNameLst>
                                      </p:cBhvr>
                                      <p:tavLst>
                                        <p:tav tm="0">
                                          <p:val>
                                            <p:strVal val="#ppt_x"/>
                                          </p:val>
                                        </p:tav>
                                        <p:tav tm="100000">
                                          <p:val>
                                            <p:strVal val="#ppt_x"/>
                                          </p:val>
                                        </p:tav>
                                      </p:tavLst>
                                    </p:anim>
                                    <p:anim calcmode="lin" valueType="num">
                                      <p:cBhvr>
                                        <p:cTn dur="1000" fill="hold" id="30"/>
                                        <p:tgtEl>
                                          <p:spTgt spid="10">
                                            <p:txEl>
                                              <p:pRg end="0" st="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P build="p" grpId="0" spid="10"/>
    </p:bldLst>
  </p:timing>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856B7B4-8889-B70C-33EC-AC60ECEC84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2513341-A6BF-73A2-C5BA-8C139794613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40FCAB8-F427-D55D-E86B-4B277580995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64A06D5-2FA6-CF6B-CAF0-F94C901D4C0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FD4B7C9-CB2F-2A8F-E116-590F35C0CCDE}"/>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A26273E-3BEF-0409-7ACD-465FDB602613}"/>
              </a:ext>
            </a:extLst>
          </p:cNvPr>
          <p:cNvPicPr>
            <a:picLocks noChangeAspect="1"/>
          </p:cNvPicPr>
          <p:nvPr/>
        </p:nvPicPr>
        <p:blipFill>
          <a:blip r:embed="rId3"/>
          <a:srcRect b="12" r="72" t="-68"/>
          <a:stretch>
            <a:fillRect/>
          </a:stretch>
        </p:blipFill>
        <p:spPr>
          <a:xfrm>
            <a:off x="678769" y="1083364"/>
            <a:ext cx="9129655" cy="548774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38920543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59808BE-3363-F3AA-0D25-CA48697BF2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52B514-2987-13E6-C95E-AC92698CCDB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07EE160-4263-126E-03C2-141D8EF24C8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DBCEC44-FF73-30E3-8B65-3A3262101F8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F8A6792A-7240-B935-6A61-8F33E8DBDBB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6972435-7685-10D0-34E1-5E6B7D330241}"/>
              </a:ext>
            </a:extLst>
          </p:cNvPr>
          <p:cNvPicPr>
            <a:picLocks noChangeAspect="1"/>
          </p:cNvPicPr>
          <p:nvPr/>
        </p:nvPicPr>
        <p:blipFill>
          <a:blip r:embed="rId3"/>
          <a:stretch>
            <a:fillRect/>
          </a:stretch>
        </p:blipFill>
        <p:spPr>
          <a:xfrm>
            <a:off x="673652" y="1203738"/>
            <a:ext cx="11062252" cy="528730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6845672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C5471E9-1B1E-1F98-F1FC-6DC60454C91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C11B9A-18F1-8712-9796-86670BAB658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B4A9447-A56F-A4C3-8048-C4BFE391F0F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EA9BC01-BA7C-0D8E-1156-7574E35AF22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4239757-34DD-7DA5-3820-7BC5BE0D3C0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2E1BA17-7974-7631-2465-6AEF3C56C002}"/>
              </a:ext>
            </a:extLst>
          </p:cNvPr>
          <p:cNvPicPr>
            <a:picLocks noChangeAspect="1"/>
          </p:cNvPicPr>
          <p:nvPr/>
        </p:nvPicPr>
        <p:blipFill>
          <a:blip r:embed="rId3"/>
          <a:srcRect b="14" r="57"/>
          <a:stretch>
            <a:fillRect/>
          </a:stretch>
        </p:blipFill>
        <p:spPr>
          <a:xfrm>
            <a:off x="772886" y="1273628"/>
            <a:ext cx="10297891" cy="509451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68885000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18A2138-36F5-1610-216E-116311F1BD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706029D-9E7D-309F-9618-423B04448CE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7DB3C31-6C0F-2764-9BCE-A4727992685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426FD31-C817-D685-5F8F-F700DC23698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10AB817-68DB-68DC-11E7-06E42F57912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CD25DE1D-0092-FA8C-1044-6EE8F4D86C1D}"/>
              </a:ext>
            </a:extLst>
          </p:cNvPr>
          <p:cNvPicPr>
            <a:picLocks noChangeAspect="1"/>
          </p:cNvPicPr>
          <p:nvPr/>
        </p:nvPicPr>
        <p:blipFill>
          <a:blip r:embed="rId3"/>
          <a:srcRect b="43" r="30"/>
          <a:stretch>
            <a:fillRect/>
          </a:stretch>
        </p:blipFill>
        <p:spPr>
          <a:xfrm>
            <a:off x="674915" y="1197428"/>
            <a:ext cx="10210804" cy="529046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76669563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BC19288-92E9-C9FB-E39A-9ACC3C5F97C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86ECD3-7F7D-05DD-61CB-9A78A2FCD708}"/>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CE2680A-CD86-562B-AFB7-0F1903D9267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00AA717-CB37-E40B-84B6-AF556C286A3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30F6F09A-D55F-407F-C860-30AF2730532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EC6E444-B546-B044-245A-867F18554A29}"/>
              </a:ext>
            </a:extLst>
          </p:cNvPr>
          <p:cNvPicPr>
            <a:picLocks noChangeAspect="1"/>
          </p:cNvPicPr>
          <p:nvPr/>
        </p:nvPicPr>
        <p:blipFill>
          <a:blip r:embed="rId3"/>
          <a:srcRect b="72" r="62"/>
          <a:stretch>
            <a:fillRect/>
          </a:stretch>
        </p:blipFill>
        <p:spPr>
          <a:xfrm>
            <a:off x="674914" y="1273626"/>
            <a:ext cx="9535892" cy="519248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62976637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31ADBC5-1B6D-0A1F-044B-34E26B7CBA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CD0387-AB83-4B06-70F6-C66FC2D2399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3967E00-D6CB-E351-42A6-E17CF2D0983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9D10FED-D709-DAB5-8BC2-401DDE0D101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F37E7434-2BE5-C076-371D-FD8DEAAB062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CB21011-D4D4-A730-5B6B-7C415A273A7D}"/>
              </a:ext>
            </a:extLst>
          </p:cNvPr>
          <p:cNvPicPr>
            <a:picLocks noChangeAspect="1"/>
          </p:cNvPicPr>
          <p:nvPr/>
        </p:nvPicPr>
        <p:blipFill>
          <a:blip r:embed="rId3"/>
          <a:srcRect b="13" r="50" t="14"/>
          <a:stretch>
            <a:fillRect/>
          </a:stretch>
        </p:blipFill>
        <p:spPr>
          <a:xfrm>
            <a:off x="673652" y="1203739"/>
            <a:ext cx="10113621" cy="527791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83756788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4BDDFF4C-4850-E8AC-D99C-FCEA0617FB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00755F-4A7E-CA20-404A-3E01FAB5F51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832D527-3119-EBDE-CA4D-145E069F971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277478B-1936-FC4D-4618-0AE2691D6DA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D6E83F1-5620-19AA-E2A1-47BEB929019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914061DC-652E-9B74-9579-D08F81999C12}"/>
              </a:ext>
            </a:extLst>
          </p:cNvPr>
          <p:cNvPicPr>
            <a:picLocks noChangeAspect="1"/>
          </p:cNvPicPr>
          <p:nvPr/>
        </p:nvPicPr>
        <p:blipFill>
          <a:blip r:embed="rId3"/>
          <a:srcRect b="40" r="18"/>
          <a:stretch>
            <a:fillRect/>
          </a:stretch>
        </p:blipFill>
        <p:spPr>
          <a:xfrm>
            <a:off x="673652" y="1269999"/>
            <a:ext cx="10069446" cy="521252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03397961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68A29C3-5884-43B9-E7A9-18D67E4121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B3083C-F1AE-8C64-A829-51D20B81C32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F2F3976-F186-C3D6-3421-9B0067E71D4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D7F828F8-CEA6-29AC-6817-29224BC24DE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C03D162-49DD-3499-095B-42C57728EB3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22FB223-68CD-CA4A-7484-588267EAB00E}"/>
              </a:ext>
            </a:extLst>
          </p:cNvPr>
          <p:cNvPicPr>
            <a:picLocks noChangeAspect="1"/>
          </p:cNvPicPr>
          <p:nvPr/>
        </p:nvPicPr>
        <p:blipFill>
          <a:blip r:embed="rId3"/>
          <a:srcRect b="64" r="-133"/>
          <a:stretch>
            <a:fillRect/>
          </a:stretch>
        </p:blipFill>
        <p:spPr>
          <a:xfrm>
            <a:off x="674913" y="1273628"/>
            <a:ext cx="10346784" cy="519833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35300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F2B87ED-24C3-F6FB-0565-86F57C6D57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C8205E-4839-C323-22AF-EB97A544999A}"/>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078AE9D-2B85-C465-A908-F61E61007ABD}"/>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CC8EC71-E563-1FD6-A4F1-BF2C40E3512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306F5EB8-493C-7E92-637D-2A083A4C46E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0099534-A7CE-D877-EC32-3EB91213CF05}"/>
              </a:ext>
            </a:extLst>
          </p:cNvPr>
          <p:cNvPicPr>
            <a:picLocks noChangeAspect="1"/>
          </p:cNvPicPr>
          <p:nvPr/>
        </p:nvPicPr>
        <p:blipFill>
          <a:blip r:embed="rId3"/>
          <a:srcRect b="2" l="-198" r="2" t="-526"/>
          <a:stretch>
            <a:fillRect/>
          </a:stretch>
        </p:blipFill>
        <p:spPr>
          <a:xfrm>
            <a:off x="794433" y="1195377"/>
            <a:ext cx="10579766" cy="496926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635811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EA1AC67-F792-7772-5AE8-77FB44AF7C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153E799-8ADC-DAE2-0CDE-BD1673E3912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71A9570-E54B-FCCC-A2CF-0FD1338F58A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9D3AA6A-1551-E133-BC66-6F51158741D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FDAD9523-DD9A-017A-75AC-4EB5DCE37BC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1CD17F9-AFAD-7685-FC1D-40DA16C80F29}"/>
              </a:ext>
            </a:extLst>
          </p:cNvPr>
          <p:cNvPicPr>
            <a:picLocks noChangeAspect="1"/>
          </p:cNvPicPr>
          <p:nvPr/>
        </p:nvPicPr>
        <p:blipFill>
          <a:blip r:embed="rId3"/>
          <a:srcRect b="15" r="-107"/>
          <a:stretch>
            <a:fillRect/>
          </a:stretch>
        </p:blipFill>
        <p:spPr>
          <a:xfrm>
            <a:off x="674914" y="1262743"/>
            <a:ext cx="9940842" cy="521426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38474463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1E4D566-DE30-C617-775B-B8CBD1E97A2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6723423-CC18-5D5D-DADA-A1C91155EDB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6D8E4DB-24A2-0692-89B0-7E5FAB1A031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30A7E315-C42C-1A5F-7176-F6AEE84B68E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DA176F4-5142-8AF1-FFF3-E80ECE75861C}"/>
              </a:ext>
            </a:extLst>
          </p:cNvPr>
          <p:cNvPicPr>
            <a:picLocks noChangeAspect="1"/>
          </p:cNvPicPr>
          <p:nvPr/>
        </p:nvPicPr>
        <p:blipFill>
          <a:blip r:embed="rId3"/>
          <a:srcRect b="84" r="14"/>
          <a:stretch>
            <a:fillRect/>
          </a:stretch>
        </p:blipFill>
        <p:spPr>
          <a:xfrm>
            <a:off x="673651" y="1203738"/>
            <a:ext cx="10866790" cy="528097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98433135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4E12A64B-C8BA-E66A-83B6-6E3B232A1A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3D8021-10D6-E4B7-C0B9-3709F0E050D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9710DCD-0707-0318-AAE6-7F271FBE0DE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5A97B9F-3F7A-A899-52ED-E0F892EBFB3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12EAC17B-9AA9-D65C-F9B1-554665494322}"/>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B54D3C7F-C846-740B-C22A-90AE4C50249F}"/>
              </a:ext>
            </a:extLst>
          </p:cNvPr>
          <p:cNvPicPr>
            <a:picLocks noChangeAspect="1"/>
          </p:cNvPicPr>
          <p:nvPr/>
        </p:nvPicPr>
        <p:blipFill>
          <a:blip r:embed="rId3"/>
          <a:stretch>
            <a:fillRect/>
          </a:stretch>
        </p:blipFill>
        <p:spPr>
          <a:xfrm>
            <a:off x="672037" y="1255739"/>
            <a:ext cx="9537285" cy="58599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pic>
        <p:nvPicPr>
          <p:cNvPr id="3" name="Picture 2">
            <a:extLst>
              <a:ext uri="{FF2B5EF4-FFF2-40B4-BE49-F238E27FC236}">
                <a16:creationId xmlns:a16="http://schemas.microsoft.com/office/drawing/2014/main" id="{3BE04FD9-E5CE-7BF5-D92B-E1B3BE4D2F9E}"/>
              </a:ext>
            </a:extLst>
          </p:cNvPr>
          <p:cNvPicPr>
            <a:picLocks noChangeAspect="1"/>
          </p:cNvPicPr>
          <p:nvPr/>
        </p:nvPicPr>
        <p:blipFill>
          <a:blip r:embed="rId4"/>
          <a:srcRect b="1" r="58"/>
          <a:stretch>
            <a:fillRect/>
          </a:stretch>
        </p:blipFill>
        <p:spPr>
          <a:xfrm>
            <a:off x="706783" y="1844261"/>
            <a:ext cx="9519490" cy="482600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4647988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E59806E-762A-A1C4-7D87-5181F96FA8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50E61DB-6615-C17E-BDD4-89D349B3239B}"/>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8510258-BC8C-AFAD-2DF6-6DBE45911C5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FEB3A3F-0185-352F-ED8A-D77E7FAB2A4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5FA2D47-852C-D827-E751-35BBF625246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EED2E7E-2154-9C60-B207-29EF07BEE233}"/>
              </a:ext>
            </a:extLst>
          </p:cNvPr>
          <p:cNvPicPr>
            <a:picLocks noChangeAspect="1"/>
          </p:cNvPicPr>
          <p:nvPr/>
        </p:nvPicPr>
        <p:blipFill>
          <a:blip r:embed="rId3"/>
          <a:srcRect b="151" r="45" t="154"/>
          <a:stretch>
            <a:fillRect/>
          </a:stretch>
        </p:blipFill>
        <p:spPr>
          <a:xfrm>
            <a:off x="552174" y="1612348"/>
            <a:ext cx="11098697" cy="418372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0366372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9518C0D-A4D0-7E2E-60DB-9DF73A55A7C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D11194A-EBCB-19B2-61EE-0302AC8F131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5AC3334-0FA5-D613-10D1-F76F600C59C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95AE414-0FCE-0D26-14ED-2A888D3A309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60F25EFD-151A-CBCF-7B45-F7E11B15611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B2C357F-E8A8-4045-19CA-776579A56A4C}"/>
              </a:ext>
            </a:extLst>
          </p:cNvPr>
          <p:cNvPicPr>
            <a:picLocks noChangeAspect="1"/>
          </p:cNvPicPr>
          <p:nvPr/>
        </p:nvPicPr>
        <p:blipFill>
          <a:blip r:embed="rId3"/>
          <a:srcRect b="120" r="23"/>
          <a:stretch>
            <a:fillRect/>
          </a:stretch>
        </p:blipFill>
        <p:spPr>
          <a:xfrm>
            <a:off x="1148521" y="1270000"/>
            <a:ext cx="8437218" cy="503583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3554862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72473B8-3EC2-8841-00FD-926980E459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1D65B80-7728-BCB7-635B-2E64FB9576C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34CE39A-E350-BB78-44BD-30C224C2547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08B44A0-6122-BB97-5822-25C7FC9F4713}"/>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F5A1F9D-9B08-E50C-D9F2-73973C44581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E8435F3-44BE-6F1A-DE01-541F545C1CC5}"/>
              </a:ext>
            </a:extLst>
          </p:cNvPr>
          <p:cNvPicPr>
            <a:picLocks noChangeAspect="1"/>
          </p:cNvPicPr>
          <p:nvPr/>
        </p:nvPicPr>
        <p:blipFill>
          <a:blip r:embed="rId3"/>
          <a:srcRect b="18" r="32"/>
          <a:stretch>
            <a:fillRect/>
          </a:stretch>
        </p:blipFill>
        <p:spPr>
          <a:xfrm>
            <a:off x="397566" y="1270000"/>
            <a:ext cx="11242268" cy="470452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60681049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7BE9914-EEAA-DDC2-B63C-AF1D4740AE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38C10D-D154-6215-92A1-FD394F0B1B38}"/>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8B9D993-5BA9-A18F-9113-1E252A87802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FC1CAC41-31AB-9081-A1C8-545BB69CADA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362B1C9-D380-FF6B-DA00-6CE16FD4522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4AE1EFE-99C5-3438-666D-75DD40BAD1FE}"/>
              </a:ext>
            </a:extLst>
          </p:cNvPr>
          <p:cNvPicPr>
            <a:picLocks noChangeAspect="1"/>
          </p:cNvPicPr>
          <p:nvPr/>
        </p:nvPicPr>
        <p:blipFill>
          <a:blip r:embed="rId3"/>
          <a:srcRect b="56" r="30"/>
          <a:stretch>
            <a:fillRect/>
          </a:stretch>
        </p:blipFill>
        <p:spPr>
          <a:xfrm>
            <a:off x="552174" y="1192694"/>
            <a:ext cx="10303572" cy="538171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1071861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28EBC18-1BE7-D937-07D5-64BEE21ECF1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90D1B0A-302C-AFEC-910E-2AAA29BA6D2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5AEAC0F-8FE7-0014-0231-25EC1D57D76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CFF4928A-8AB2-B75C-132B-9DBBEE4FD085}"/>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3BC70781-F41B-3BDC-9227-BAE40531A2C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2C3C851-EEF9-FD26-4C1D-23A784D77A35}"/>
              </a:ext>
            </a:extLst>
          </p:cNvPr>
          <p:cNvPicPr>
            <a:picLocks noChangeAspect="1"/>
          </p:cNvPicPr>
          <p:nvPr/>
        </p:nvPicPr>
        <p:blipFill>
          <a:blip r:embed="rId3"/>
          <a:srcRect b="2" r="12"/>
          <a:stretch>
            <a:fillRect/>
          </a:stretch>
        </p:blipFill>
        <p:spPr>
          <a:xfrm>
            <a:off x="1104348" y="1093304"/>
            <a:ext cx="9431141" cy="558150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2763927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6D0646B-6811-88AC-D00B-B28E488A08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C24F381-8397-C0D7-DB45-04AD5B0A1D7A}"/>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E1ED428-1495-3106-7B54-41BF45E5C97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6FDB51F-7F9A-1524-8FE1-EE131A8609B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A3A006D-79EE-500D-AB6A-4F06F8024332}"/>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405C6D2-324F-B21A-613D-C40222A9827D}"/>
              </a:ext>
            </a:extLst>
          </p:cNvPr>
          <p:cNvPicPr>
            <a:picLocks noChangeAspect="1"/>
          </p:cNvPicPr>
          <p:nvPr/>
        </p:nvPicPr>
        <p:blipFill>
          <a:blip r:embed="rId3"/>
          <a:srcRect b="98" r="21"/>
          <a:stretch>
            <a:fillRect/>
          </a:stretch>
        </p:blipFill>
        <p:spPr>
          <a:xfrm>
            <a:off x="762000" y="1203739"/>
            <a:ext cx="10513394" cy="481496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81726245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5006C3F-C513-BF05-11CC-B92614F24D0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74BA6A-FEEB-1A6D-908B-AC8CDDA8209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81B46FB-5751-619E-8E09-E97EEECB9E3D}"/>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BAD18070-1A15-EA21-838D-40F34C0A937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2E04B0E-E79E-6A87-52B1-C40985A96498}"/>
              </a:ext>
            </a:extLst>
          </p:cNvPr>
          <p:cNvPicPr>
            <a:picLocks noChangeAspect="1"/>
          </p:cNvPicPr>
          <p:nvPr/>
        </p:nvPicPr>
        <p:blipFill>
          <a:blip r:embed="rId3"/>
          <a:srcRect b="85" r="92" t="128"/>
          <a:stretch>
            <a:fillRect/>
          </a:stretch>
        </p:blipFill>
        <p:spPr>
          <a:xfrm>
            <a:off x="673651" y="1490870"/>
            <a:ext cx="8691220" cy="452783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15376980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C91FF258-0F8B-7460-62C7-E4143730974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3E1034-9C5D-2FB4-7430-3220211618B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E20D41F-193C-76B3-906B-1B97CB46467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7E651D4-9937-E0E5-15D5-95778B11053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F9538611-6D20-4C4A-2044-51ADB62A7BC0}"/>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41635D6-76C0-DEC3-4039-4105A9AECEDC}"/>
              </a:ext>
            </a:extLst>
          </p:cNvPr>
          <p:cNvPicPr>
            <a:picLocks noChangeAspect="1"/>
          </p:cNvPicPr>
          <p:nvPr/>
        </p:nvPicPr>
        <p:blipFill>
          <a:blip r:embed="rId3"/>
          <a:srcRect b="82" r="17"/>
          <a:stretch>
            <a:fillRect/>
          </a:stretch>
        </p:blipFill>
        <p:spPr>
          <a:xfrm>
            <a:off x="678701" y="1159407"/>
            <a:ext cx="9768912" cy="550636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8420482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C532F5CC-8085-7812-75D9-C58E9156E9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D1DB04-2F69-73F1-ED28-08482583DBBA}"/>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9CB8B4F-01FE-08E4-A235-6CE3938793D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BD04F18A-FA89-DEAA-B4B1-D2178CE3FB7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496EAD7-E1B7-74FF-D09F-DC61AB9FA02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E805A89-7725-0A04-AAC8-CE182F6CDEED}"/>
              </a:ext>
            </a:extLst>
          </p:cNvPr>
          <p:cNvPicPr>
            <a:picLocks noChangeAspect="1"/>
          </p:cNvPicPr>
          <p:nvPr/>
        </p:nvPicPr>
        <p:blipFill>
          <a:blip r:embed="rId3"/>
          <a:srcRect b="77" r="14"/>
          <a:stretch>
            <a:fillRect/>
          </a:stretch>
        </p:blipFill>
        <p:spPr>
          <a:xfrm>
            <a:off x="839303" y="1203738"/>
            <a:ext cx="10160011" cy="546565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0120137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B784F176-A2C5-E9F1-F211-5CABFD3D89E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46776E-9C59-61C6-B903-F2D39535E64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AB6A48D-7D3A-292F-8886-00D6832431FD}"/>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02CC4DB-F232-C17A-184D-C5E0004B00A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BD584F0-1250-4446-D016-5F762C04829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DD7555C-C8BE-688D-2C7F-D8B4BA10F855}"/>
              </a:ext>
            </a:extLst>
          </p:cNvPr>
          <p:cNvPicPr>
            <a:picLocks noChangeAspect="1"/>
          </p:cNvPicPr>
          <p:nvPr/>
        </p:nvPicPr>
        <p:blipFill>
          <a:blip r:embed="rId3"/>
          <a:srcRect b="74" r="2"/>
          <a:stretch>
            <a:fillRect/>
          </a:stretch>
        </p:blipFill>
        <p:spPr>
          <a:xfrm>
            <a:off x="574261" y="1082260"/>
            <a:ext cx="10071659" cy="548675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88336196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FD4A374-FD7C-98E1-8222-955BE11541C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1ABF71-7272-DF56-9652-FF59CE23498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BFA9FAA-DB74-28E9-F1E4-C8CCD347B077}"/>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FB23138C-E5DC-73E4-7EE6-64D60D16C94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C9A81EB4-001B-DFF1-A94E-059A602351CF}"/>
              </a:ext>
            </a:extLst>
          </p:cNvPr>
          <p:cNvPicPr>
            <a:picLocks noChangeAspect="1"/>
          </p:cNvPicPr>
          <p:nvPr/>
        </p:nvPicPr>
        <p:blipFill>
          <a:blip r:embed="rId3"/>
          <a:srcRect b="74" r="30"/>
          <a:stretch>
            <a:fillRect/>
          </a:stretch>
        </p:blipFill>
        <p:spPr>
          <a:xfrm>
            <a:off x="673651" y="1170607"/>
            <a:ext cx="9475316" cy="529901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65366155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Lst>
  </p:timing>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5570692-C8AD-24C7-1F07-A1C79CB6AA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039A5B3-8401-8346-2466-517A7826CA0B}"/>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46CE70D-7FF1-6876-4784-A39B3CFC915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BD2C12C-0650-1F44-6B33-217DE7780BEF}"/>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D97D274-7675-E72C-36DD-A2A60DE58882}"/>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186136C-1A9B-784A-97FF-8891BF72F0EB}"/>
              </a:ext>
            </a:extLst>
          </p:cNvPr>
          <p:cNvPicPr>
            <a:picLocks noChangeAspect="1"/>
          </p:cNvPicPr>
          <p:nvPr/>
        </p:nvPicPr>
        <p:blipFill>
          <a:blip r:embed="rId3"/>
          <a:srcRect b="65" r="28"/>
          <a:stretch>
            <a:fillRect/>
          </a:stretch>
        </p:blipFill>
        <p:spPr>
          <a:xfrm>
            <a:off x="1490870" y="1468782"/>
            <a:ext cx="8525573" cy="510209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02167029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751740C-E4F0-C2B8-CE1A-27172A39CE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0CDB93-B66E-9A95-6075-E5418505625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835C980-AEF4-0B3B-6683-8FBDF9C8F9C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B54835BB-0F23-FFEB-D949-70969F0815C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1B4DE7E-47A1-1374-3D73-38F95F9B179E}"/>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DD6E156-9491-6B00-6230-91DA699B43AC}"/>
              </a:ext>
            </a:extLst>
          </p:cNvPr>
          <p:cNvPicPr>
            <a:picLocks noChangeAspect="1"/>
          </p:cNvPicPr>
          <p:nvPr/>
        </p:nvPicPr>
        <p:blipFill>
          <a:blip r:embed="rId3"/>
          <a:srcRect b="45" r="44"/>
          <a:stretch>
            <a:fillRect/>
          </a:stretch>
        </p:blipFill>
        <p:spPr>
          <a:xfrm>
            <a:off x="673651" y="1104347"/>
            <a:ext cx="10605583" cy="536713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5057569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8184394-467D-9BD8-60FC-5A17976339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98A5F25-C391-6273-70A0-7F92A7ECAB9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D9AA055-04BA-656C-DDD2-56EE17A4071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1D27868-1ECF-F9C3-09DA-CE74467DA63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0E17587-93FF-1D75-039B-319F7668CDE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02C6D78-DCEF-34EE-2C02-587D00D11C05}"/>
              </a:ext>
            </a:extLst>
          </p:cNvPr>
          <p:cNvPicPr>
            <a:picLocks noChangeAspect="1"/>
          </p:cNvPicPr>
          <p:nvPr/>
        </p:nvPicPr>
        <p:blipFill>
          <a:blip r:embed="rId3"/>
          <a:srcRect b="304" l="107" r="25" t="320"/>
          <a:stretch>
            <a:fillRect/>
          </a:stretch>
        </p:blipFill>
        <p:spPr>
          <a:xfrm>
            <a:off x="676437" y="1446696"/>
            <a:ext cx="10356004" cy="323574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3971597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E06AFE4-5098-0798-860B-341ADC9744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29B3D4-56F4-8AEA-9ED5-F175813C7CA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C557087-C425-6F5C-1747-E80378A2AA1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EBD7184-E7EC-817F-6C75-C75C30F86E24}"/>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8C765D2-554A-70A4-CC15-D429E6835B83}"/>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5F4E6C33-33D1-F335-7691-E906A4C767BC}"/>
              </a:ext>
            </a:extLst>
          </p:cNvPr>
          <p:cNvPicPr>
            <a:picLocks noChangeAspect="1"/>
          </p:cNvPicPr>
          <p:nvPr/>
        </p:nvPicPr>
        <p:blipFill>
          <a:blip r:embed="rId3"/>
          <a:srcRect b="97" r="5"/>
          <a:stretch>
            <a:fillRect/>
          </a:stretch>
        </p:blipFill>
        <p:spPr>
          <a:xfrm>
            <a:off x="673652" y="1203738"/>
            <a:ext cx="9994360" cy="501154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08360331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DE9CCB6-651B-ADBC-AFE9-1B389DE130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242273-BF59-4C73-22A9-93E52D817E4B}"/>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B786D2A-4486-4F66-D734-9768DD83F20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9CEF86C9-F052-17F2-3549-5AE6481B78A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AA2C5E31-A6CB-3A86-FA3A-845FD627627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E539FB9-EB57-7F44-842C-365EBA649482}"/>
              </a:ext>
            </a:extLst>
          </p:cNvPr>
          <p:cNvPicPr>
            <a:picLocks noChangeAspect="1"/>
          </p:cNvPicPr>
          <p:nvPr/>
        </p:nvPicPr>
        <p:blipFill>
          <a:blip r:embed="rId3"/>
          <a:srcRect b="26" r="2"/>
          <a:stretch>
            <a:fillRect/>
          </a:stretch>
        </p:blipFill>
        <p:spPr>
          <a:xfrm>
            <a:off x="673652" y="1104348"/>
            <a:ext cx="10844698" cy="537817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82332741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035F12C-A7A0-5F58-75AE-AA9E8EBE3E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D5D37E-A404-1660-7D97-5EB023ACAC5A}"/>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09392A7-459D-D29E-F65D-B171E734D59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712F758-A0E6-BD1E-E04A-029CCE5D4EC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1B0EE81-B15F-35A5-B2A5-BE33A76DF89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36246D8-B28C-230B-8269-D08DC7950B95}"/>
              </a:ext>
            </a:extLst>
          </p:cNvPr>
          <p:cNvPicPr>
            <a:picLocks noChangeAspect="1"/>
          </p:cNvPicPr>
          <p:nvPr/>
        </p:nvPicPr>
        <p:blipFill>
          <a:blip r:embed="rId3"/>
          <a:srcRect b="96" r="65"/>
          <a:stretch>
            <a:fillRect/>
          </a:stretch>
        </p:blipFill>
        <p:spPr>
          <a:xfrm>
            <a:off x="673652" y="1181652"/>
            <a:ext cx="8945222" cy="548861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05101065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2B3D738-C2B4-6505-7465-0E90A637CA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3FB0E7-1B95-D8ED-6B2C-D4531B90E71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73CBEE9-1867-DBD3-19C9-2ED2ADACBDF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3A5BE36-0D4B-8B1E-362B-75846948817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14D4E9A-6E4A-E547-FB7D-7E8C84AA9F7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8916F64-99D9-1DD6-3DB6-EFDCEBEE78C0}"/>
              </a:ext>
            </a:extLst>
          </p:cNvPr>
          <p:cNvPicPr>
            <a:picLocks noChangeAspect="1"/>
          </p:cNvPicPr>
          <p:nvPr/>
        </p:nvPicPr>
        <p:blipFill>
          <a:blip r:embed="rId3"/>
          <a:srcRect b="8" r="5"/>
          <a:stretch>
            <a:fillRect/>
          </a:stretch>
        </p:blipFill>
        <p:spPr>
          <a:xfrm>
            <a:off x="552174" y="1203739"/>
            <a:ext cx="11317369" cy="523252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82518070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4A09965-D6DF-26EC-45DC-1ABED94199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2D600D4-13D8-7408-0406-B1714DE208A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04289AA-3D3C-6B28-2BCC-FEE623F498B1}"/>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F880509B-3CC9-7AC8-0DFD-CD1EA367E48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15C2C74-EBAB-F395-866B-88E5CA85B97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FBA0378-0AA3-4E24-E2EB-3E0326921DCA}"/>
              </a:ext>
            </a:extLst>
          </p:cNvPr>
          <p:cNvPicPr>
            <a:picLocks noChangeAspect="1"/>
          </p:cNvPicPr>
          <p:nvPr/>
        </p:nvPicPr>
        <p:blipFill>
          <a:blip r:embed="rId3"/>
          <a:srcRect b="50" r="26"/>
          <a:stretch>
            <a:fillRect/>
          </a:stretch>
        </p:blipFill>
        <p:spPr>
          <a:xfrm>
            <a:off x="1181652" y="1192697"/>
            <a:ext cx="8481396" cy="537817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08678147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C2E5F7D8-9D26-A9B7-2E3C-994A784C46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8863040-D650-FDEF-7DFE-65BBAC34A8A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055B496-2A4B-544E-F3E7-9F896F9E89E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D454F57-E3B9-BD8F-F5EE-BF9CC6CC9B52}"/>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B71D366-2190-190F-6516-C7B358AB1513}"/>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B4C4912E-F5EB-72A1-82B7-514C93A5CFFA}"/>
              </a:ext>
            </a:extLst>
          </p:cNvPr>
          <p:cNvPicPr>
            <a:picLocks noChangeAspect="1"/>
          </p:cNvPicPr>
          <p:nvPr/>
        </p:nvPicPr>
        <p:blipFill>
          <a:blip r:embed="rId3"/>
          <a:srcRect b="91" r="32"/>
          <a:stretch>
            <a:fillRect/>
          </a:stretch>
        </p:blipFill>
        <p:spPr>
          <a:xfrm>
            <a:off x="728868" y="1170609"/>
            <a:ext cx="10734267" cy="530564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75320297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A1C0A95-7BC8-76E4-1B6B-B3527F6D7B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ADEA1A-708D-C6B5-ACDC-5CDC74F9745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9306E43-2A32-D447-CCE0-FD4E33DC71A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90381518-6488-5C71-AE48-3B16E6EF1C6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CF703D7-94CF-DCD8-8EEA-2F05AE03939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3" name="Picture 2">
            <a:extLst>
              <a:ext uri="{FF2B5EF4-FFF2-40B4-BE49-F238E27FC236}">
                <a16:creationId xmlns:a16="http://schemas.microsoft.com/office/drawing/2014/main" id="{F5C2560E-6695-69C3-A716-C821D3B0686E}"/>
              </a:ext>
            </a:extLst>
          </p:cNvPr>
          <p:cNvPicPr>
            <a:picLocks noChangeAspect="1"/>
          </p:cNvPicPr>
          <p:nvPr/>
        </p:nvPicPr>
        <p:blipFill>
          <a:blip r:embed="rId3"/>
          <a:srcRect b="92" r="6"/>
          <a:stretch>
            <a:fillRect/>
          </a:stretch>
        </p:blipFill>
        <p:spPr>
          <a:xfrm>
            <a:off x="1159564" y="1104347"/>
            <a:ext cx="9000448" cy="556592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01899032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67851C6-471E-16C3-92D0-2534D1DF9D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46D95A7-3FA3-0A1E-D6F5-D8BC784DE52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01D50C4-9E69-C2C2-F219-B9E57D4EE08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EAD94EA-084F-CA5D-2F76-326E2CB0768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B18313A-5142-D053-7C81-5B5AB34568A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B996B8C-2AE6-64E2-59F1-F94A556B36C2}"/>
              </a:ext>
            </a:extLst>
          </p:cNvPr>
          <p:cNvPicPr>
            <a:picLocks noChangeAspect="1"/>
          </p:cNvPicPr>
          <p:nvPr/>
        </p:nvPicPr>
        <p:blipFill>
          <a:blip r:embed="rId3"/>
          <a:srcRect b="61" r="34"/>
          <a:stretch>
            <a:fillRect/>
          </a:stretch>
        </p:blipFill>
        <p:spPr>
          <a:xfrm>
            <a:off x="971826" y="1269999"/>
            <a:ext cx="9011484" cy="530087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33959290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3DC88A2-40B7-F0FA-A186-454EC43A55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29C40A-B99F-2D7E-F4A4-4A6A4D836B84}"/>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1BC4751-8C13-57CD-1D96-6DE337D6691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E1E5A3B-31BE-F7B1-DC70-562BC1EAC754}"/>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38901DF-BB3C-4985-A274-40213368112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9464BC47-0A38-2F94-28C7-156C12117205}"/>
              </a:ext>
            </a:extLst>
          </p:cNvPr>
          <p:cNvPicPr>
            <a:picLocks noChangeAspect="1"/>
          </p:cNvPicPr>
          <p:nvPr/>
        </p:nvPicPr>
        <p:blipFill>
          <a:blip r:embed="rId3"/>
          <a:srcRect b="85" r="14"/>
          <a:stretch>
            <a:fillRect/>
          </a:stretch>
        </p:blipFill>
        <p:spPr>
          <a:xfrm>
            <a:off x="938695" y="1203738"/>
            <a:ext cx="8724354" cy="521252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42181957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728BF92-4AFF-A02C-15CC-E90065824C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8C8980-91FB-864D-EBCE-2E7F5615CDA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243CB77-BE63-48BB-95D2-8D9D851B500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A0F3E8F-F944-4227-6192-03EBA9B10F7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7C22AD6-5BD0-B4F9-3D4B-BE4808DF6A2E}"/>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F8B80AA-8F2B-3DC9-CC70-3618EB81E109}"/>
              </a:ext>
            </a:extLst>
          </p:cNvPr>
          <p:cNvPicPr>
            <a:picLocks noChangeAspect="1"/>
          </p:cNvPicPr>
          <p:nvPr/>
        </p:nvPicPr>
        <p:blipFill>
          <a:blip r:embed="rId3"/>
          <a:srcRect b="96" r="6"/>
          <a:stretch>
            <a:fillRect/>
          </a:stretch>
        </p:blipFill>
        <p:spPr>
          <a:xfrm>
            <a:off x="1126435" y="1170609"/>
            <a:ext cx="8934187" cy="549965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44602813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6A25E68-B8A4-7B70-E336-2869AC3FF1D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7FA03E-7E34-8CB5-E7BF-28D167CE60F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3DE9B51-60F0-BBA7-A224-D8ECF0D0DB2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939877A-0360-5283-2210-B552F6F691B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FCBF662-7019-573E-53C3-AE5D9B9E21F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0F0B7E4-2A4F-BBB9-749E-AF9E16E31DC9}"/>
              </a:ext>
            </a:extLst>
          </p:cNvPr>
          <p:cNvPicPr>
            <a:picLocks noChangeAspect="1"/>
          </p:cNvPicPr>
          <p:nvPr/>
        </p:nvPicPr>
        <p:blipFill>
          <a:blip r:embed="rId3"/>
          <a:srcRect b="9" r="5"/>
          <a:stretch>
            <a:fillRect/>
          </a:stretch>
        </p:blipFill>
        <p:spPr>
          <a:xfrm>
            <a:off x="795132" y="1270000"/>
            <a:ext cx="9883917" cy="480391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63750436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B34DEBC6-0B1A-DC4D-64AD-D65B9A77D1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C32912-D8C1-1C26-06D2-603043E9E88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FD14D80-A8F8-CF23-D972-BB600318761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9F46CA6-47F4-B5DA-689C-B0FCB10F6E93}"/>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2127C76-7AC0-5DC0-CFE7-E49DDD3AEC92}"/>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7325344-4D9A-6F30-6450-BE8FE5FBEAEB}"/>
              </a:ext>
            </a:extLst>
          </p:cNvPr>
          <p:cNvPicPr>
            <a:picLocks noChangeAspect="1"/>
          </p:cNvPicPr>
          <p:nvPr/>
        </p:nvPicPr>
        <p:blipFill>
          <a:blip r:embed="rId3"/>
          <a:srcRect b="96" r="12"/>
          <a:stretch>
            <a:fillRect/>
          </a:stretch>
        </p:blipFill>
        <p:spPr>
          <a:xfrm>
            <a:off x="673653" y="1192696"/>
            <a:ext cx="8503490" cy="547757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17023661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9466FDE-998B-16C2-DF19-C61F4E4D54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D4D2559-BED7-69EA-61DB-6EA73528CFE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AF4461C-5C84-7843-A5A7-1A422CD72F5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91CE99F-CF00-9F3F-A530-0D10183CD3E2}"/>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0A1BDE7-7E0D-975F-8FDC-A6D25D5FA6A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5EA116BA-6773-5A28-E3C2-C4B2C4F98A05}"/>
              </a:ext>
            </a:extLst>
          </p:cNvPr>
          <p:cNvPicPr>
            <a:picLocks noChangeAspect="1"/>
          </p:cNvPicPr>
          <p:nvPr/>
        </p:nvPicPr>
        <p:blipFill>
          <a:blip r:embed="rId3"/>
          <a:srcRect b="31" r="5"/>
          <a:stretch>
            <a:fillRect/>
          </a:stretch>
        </p:blipFill>
        <p:spPr>
          <a:xfrm>
            <a:off x="673653" y="1203739"/>
            <a:ext cx="10462019" cy="541130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63760059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34C354C-4D37-E519-EF45-6960E5F7AB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F6C583-949B-E117-E06F-6E52DB1E87F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C854FA-B3F5-2B70-AFAE-01540206FBE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B0D8012-576A-E984-918C-24AE87D5366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233DA18-6B7A-4444-6328-40D07E93F932}"/>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5F2487ED-DC8B-E2BC-8751-AE0BCD84CF9A}"/>
              </a:ext>
            </a:extLst>
          </p:cNvPr>
          <p:cNvPicPr>
            <a:picLocks noChangeAspect="1"/>
          </p:cNvPicPr>
          <p:nvPr/>
        </p:nvPicPr>
        <p:blipFill>
          <a:blip r:embed="rId3"/>
          <a:srcRect b="68" r="51"/>
          <a:stretch>
            <a:fillRect/>
          </a:stretch>
        </p:blipFill>
        <p:spPr>
          <a:xfrm>
            <a:off x="773043" y="1170608"/>
            <a:ext cx="9878926" cy="530123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9076141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B87EA0D-E7E2-11C1-E52C-4D4DAB100D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56F796-044C-2607-70DE-8AFC387FDF8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558DFAB-E54A-2EFD-A2B5-634758710101}"/>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CD999C07-A233-8E34-3F49-6E0140F5EA82}"/>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8B7772D-B6F9-6128-0EFB-A7C55F34040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C8F03E5-6095-00B6-D1B2-3FAB4C29C5E2}"/>
              </a:ext>
            </a:extLst>
          </p:cNvPr>
          <p:cNvPicPr>
            <a:picLocks noChangeAspect="1"/>
          </p:cNvPicPr>
          <p:nvPr/>
        </p:nvPicPr>
        <p:blipFill>
          <a:blip r:embed="rId3"/>
          <a:srcRect l="-441" r="33" t="242"/>
          <a:stretch>
            <a:fillRect/>
          </a:stretch>
        </p:blipFill>
        <p:spPr>
          <a:xfrm>
            <a:off x="243840" y="1696720"/>
            <a:ext cx="11572256" cy="156464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pic>
        <p:nvPicPr>
          <p:cNvPr id="3" name="Picture 2">
            <a:extLst>
              <a:ext uri="{FF2B5EF4-FFF2-40B4-BE49-F238E27FC236}">
                <a16:creationId xmlns:a16="http://schemas.microsoft.com/office/drawing/2014/main" id="{C5A19BA4-9298-5955-B431-021041030BF7}"/>
              </a:ext>
            </a:extLst>
          </p:cNvPr>
          <p:cNvPicPr>
            <a:picLocks noChangeAspect="1"/>
          </p:cNvPicPr>
          <p:nvPr/>
        </p:nvPicPr>
        <p:blipFill>
          <a:blip r:embed="rId4"/>
          <a:srcRect b="51" l="17" r="18" t="1"/>
          <a:stretch>
            <a:fillRect/>
          </a:stretch>
        </p:blipFill>
        <p:spPr>
          <a:xfrm>
            <a:off x="245964" y="3261360"/>
            <a:ext cx="11554026" cy="246888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1096011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F925E9D-0456-2532-0FAF-2745A0D1BC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0C540F-35CD-81CF-A171-10BB9EA62E4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F490AE9-0740-273E-D7E8-7993D9BD78AD}"/>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AB113DB0-CB02-D09D-5701-C2B1AC98FD04}"/>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EC8F2A7-3283-B974-26F3-41461D59859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6" name="Picture 5">
            <a:extLst>
              <a:ext uri="{FF2B5EF4-FFF2-40B4-BE49-F238E27FC236}">
                <a16:creationId xmlns:a16="http://schemas.microsoft.com/office/drawing/2014/main" id="{05F85881-8351-0CC5-1B51-E69FF3E7EF03}"/>
              </a:ext>
            </a:extLst>
          </p:cNvPr>
          <p:cNvPicPr>
            <a:picLocks noChangeAspect="1"/>
          </p:cNvPicPr>
          <p:nvPr/>
        </p:nvPicPr>
        <p:blipFill>
          <a:blip r:embed="rId3"/>
          <a:srcRect b="20" r="26"/>
          <a:stretch>
            <a:fillRect/>
          </a:stretch>
        </p:blipFill>
        <p:spPr>
          <a:xfrm>
            <a:off x="673652" y="1270000"/>
            <a:ext cx="10260818" cy="508698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60500664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C893CB5F-6B3F-94C1-BFF5-F8DE52CCC14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063AC31-7750-32F4-5ECE-977579D2B22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2D56C7C-958A-D405-4BEF-AE7C15281C17}"/>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AA53D01-844E-FDDE-6ED0-376BC8F99C6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68CFB153-01A5-6179-1A7A-27584DEEA60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24F2885-CF9A-FC70-6539-E39BDB7678CF}"/>
              </a:ext>
            </a:extLst>
          </p:cNvPr>
          <p:cNvPicPr>
            <a:picLocks noChangeAspect="1"/>
          </p:cNvPicPr>
          <p:nvPr/>
        </p:nvPicPr>
        <p:blipFill>
          <a:blip r:embed="rId3"/>
          <a:srcRect b="36" r="12"/>
          <a:stretch>
            <a:fillRect/>
          </a:stretch>
        </p:blipFill>
        <p:spPr>
          <a:xfrm>
            <a:off x="806174" y="1093304"/>
            <a:ext cx="10585711" cy="547756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35624390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E5D39E7-3014-75C6-4D84-C160F2A103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DB3F4C-94F0-43EC-3196-336154DB8E9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26110A-7324-A9D4-630B-BE41C95B180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4B0BAED-41D9-975B-E996-4668338EFE1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357EDE3-5F91-D9BE-2DDA-1A0324879E0E}"/>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96040851-C5F5-D45F-7426-5BCCED3AA140}"/>
              </a:ext>
            </a:extLst>
          </p:cNvPr>
          <p:cNvPicPr>
            <a:picLocks noChangeAspect="1"/>
          </p:cNvPicPr>
          <p:nvPr/>
        </p:nvPicPr>
        <p:blipFill>
          <a:blip r:embed="rId3"/>
          <a:srcRect b="78" l="14" r="41" t="17"/>
          <a:stretch>
            <a:fillRect/>
          </a:stretch>
        </p:blipFill>
        <p:spPr>
          <a:xfrm>
            <a:off x="322027" y="1274435"/>
            <a:ext cx="11174257" cy="456925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2243541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9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487D947-9A72-F238-3341-29DD8EF78B2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02B733A-C906-89DB-1173-F091C5473B2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7ED45DC-298F-9C13-201D-8569B497978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FEF9BE9A-7F34-65CC-8E05-B63A4B1FFEF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81E1F08-8254-D90D-9AFC-64E165D8EAB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31B0DE6-25A3-CA21-2132-02B2F7424810}"/>
              </a:ext>
            </a:extLst>
          </p:cNvPr>
          <p:cNvPicPr>
            <a:picLocks noChangeAspect="1"/>
          </p:cNvPicPr>
          <p:nvPr/>
        </p:nvPicPr>
        <p:blipFill>
          <a:blip r:embed="rId3"/>
          <a:srcRect b="123" r="25"/>
          <a:stretch>
            <a:fillRect/>
          </a:stretch>
        </p:blipFill>
        <p:spPr>
          <a:xfrm>
            <a:off x="680720" y="1361440"/>
            <a:ext cx="10220968" cy="413512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39753427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A0F8115-1986-92AF-162A-5724D707D9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C9AEDC-9AE8-3FCE-FED6-43F2801395E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793D3FC-3D9F-7B21-87C6-8E56BBC69FF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5D478881-196B-EA81-2712-C8A6D9B9616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8EE13AE-8ECA-0A23-71F3-6951FD8AFB6E}"/>
              </a:ext>
            </a:extLst>
          </p:cNvPr>
          <p:cNvPicPr>
            <a:picLocks noChangeAspect="1"/>
          </p:cNvPicPr>
          <p:nvPr/>
        </p:nvPicPr>
        <p:blipFill>
          <a:blip r:embed="rId3"/>
          <a:srcRect b="93" l="14" r="28" t="63"/>
          <a:stretch>
            <a:fillRect/>
          </a:stretch>
        </p:blipFill>
        <p:spPr>
          <a:xfrm>
            <a:off x="333071" y="1281043"/>
            <a:ext cx="11527646" cy="429901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02149830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10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2EA99E0-B57E-DF08-549C-33B61D71D7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B71AFC-5B45-DA50-9C43-0ABB36455B4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F3B6B39-5656-531B-48A0-8538B462E98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36ADBEC2-3976-559F-35C8-19986A8BCD2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BFDB1A01-BFBF-D1C4-00DC-68211A422BDD}"/>
              </a:ext>
            </a:extLst>
          </p:cNvPr>
          <p:cNvPicPr>
            <a:picLocks noChangeAspect="1"/>
          </p:cNvPicPr>
          <p:nvPr/>
        </p:nvPicPr>
        <p:blipFill>
          <a:blip r:embed="rId3"/>
          <a:srcRect b="13" r="23"/>
          <a:stretch>
            <a:fillRect/>
          </a:stretch>
        </p:blipFill>
        <p:spPr>
          <a:xfrm>
            <a:off x="673652" y="1192694"/>
            <a:ext cx="10027487" cy="537818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41032598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10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BA26B43E-4D1A-4ACA-4A19-8D43EBCABF9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2713C17-C409-CA12-FC81-D998AB1A808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72C4DAC-44B4-967B-F391-051055B525E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6DA0831-5C66-99C0-2261-8517A743F44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7EDA0F36-D1C0-9BC9-D4F7-9DC07048D19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9D6FD96A-FE3A-79B6-2ECE-ECB097F4BC74}"/>
              </a:ext>
            </a:extLst>
          </p:cNvPr>
          <p:cNvPicPr>
            <a:picLocks noChangeAspect="1"/>
          </p:cNvPicPr>
          <p:nvPr/>
        </p:nvPicPr>
        <p:blipFill>
          <a:blip r:embed="rId3"/>
          <a:srcRect b="48" r="38"/>
          <a:stretch>
            <a:fillRect/>
          </a:stretch>
        </p:blipFill>
        <p:spPr>
          <a:xfrm>
            <a:off x="680720" y="1198880"/>
            <a:ext cx="8869680" cy="5266102"/>
          </a:xfrm>
          <a:prstGeom prst="rect">
            <a:avLst/>
          </a:prstGeom>
        </p:spPr>
      </p:pic>
    </p:spTree>
    <p:extLst>
      <p:ext uri="{BB962C8B-B14F-4D97-AF65-F5344CB8AC3E}">
        <p14:creationId xmlns:p14="http://schemas.microsoft.com/office/powerpoint/2010/main" val="247943262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CA45503-96C9-BE4B-D07F-DDFB7B161E0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E4CA791-A718-D82D-42AD-023E90E4374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800EE9D-E399-8959-2B77-05B4AB3D1DB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0B4C1B9-CEE4-5B65-EAE7-4B8C27CD906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F278002-DE65-6C39-687E-C8F8A07BA2D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B834D3C-9BED-8B81-78C7-B9D60108C7D5}"/>
              </a:ext>
            </a:extLst>
          </p:cNvPr>
          <p:cNvPicPr>
            <a:picLocks noChangeAspect="1"/>
          </p:cNvPicPr>
          <p:nvPr/>
        </p:nvPicPr>
        <p:blipFill>
          <a:blip r:embed="rId3"/>
          <a:srcRect b="89" r="65"/>
          <a:stretch>
            <a:fillRect/>
          </a:stretch>
        </p:blipFill>
        <p:spPr>
          <a:xfrm>
            <a:off x="673652" y="1380434"/>
            <a:ext cx="8359924" cy="528982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16140743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A6FA249-DF7D-EACA-6CB9-E5FC5D27A8E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B1C8B7-5F61-5F58-8515-4D33A5ACD84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DF39C40-A0D9-70D1-3342-1294FA5B89B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9BF5CB7-50D7-DE4A-3BD4-DE999B4131F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D9BA3D8-A4DC-FA40-933F-BE93D45829B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8F14805-D450-401B-0A4B-F8261D474FE9}"/>
              </a:ext>
            </a:extLst>
          </p:cNvPr>
          <p:cNvPicPr>
            <a:picLocks noChangeAspect="1"/>
          </p:cNvPicPr>
          <p:nvPr/>
        </p:nvPicPr>
        <p:blipFill>
          <a:blip r:embed="rId3"/>
          <a:srcRect b="75" l="21" r="57"/>
          <a:stretch>
            <a:fillRect/>
          </a:stretch>
        </p:blipFill>
        <p:spPr>
          <a:xfrm>
            <a:off x="432206" y="1197427"/>
            <a:ext cx="9520452" cy="546462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47755026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851D646-383C-2D1B-C648-5B9E82C95B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D04908-3E05-B2D2-35C7-C4A46EA36EE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DB69B6B-133D-C7B7-F444-A70ED13F0D6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F1A2F0A-CCDF-FE46-393A-FA67707EEB8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568648E-234E-EBDE-923C-82328BBBF6A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307CA08A-CD0B-6EC3-4516-9BBF7A0E5C7C}"/>
              </a:ext>
            </a:extLst>
          </p:cNvPr>
          <p:cNvPicPr>
            <a:picLocks noChangeAspect="1"/>
          </p:cNvPicPr>
          <p:nvPr/>
        </p:nvPicPr>
        <p:blipFill>
          <a:blip r:embed="rId3"/>
          <a:srcRect b="13" r="24"/>
          <a:stretch>
            <a:fillRect/>
          </a:stretch>
        </p:blipFill>
        <p:spPr>
          <a:xfrm>
            <a:off x="905565" y="1269999"/>
            <a:ext cx="9475315" cy="520148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18296903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D6AE1F6-06E5-C219-F144-359EBB12BB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9109D9-2661-A450-F4F5-EEDC8A681EF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1F36D1D-7AF3-360D-6001-D66F04092B4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B5508258-4B99-C801-CB25-77C91D2C5575}"/>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39236D1-844E-1223-94B8-31CB657230F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CDF6D0A2-FE21-BDC3-265A-A467373A3D0A}"/>
              </a:ext>
            </a:extLst>
          </p:cNvPr>
          <p:cNvPicPr>
            <a:picLocks noChangeAspect="1"/>
          </p:cNvPicPr>
          <p:nvPr/>
        </p:nvPicPr>
        <p:blipFill>
          <a:blip r:embed="rId3"/>
          <a:srcRect b="77" r="13"/>
          <a:stretch>
            <a:fillRect/>
          </a:stretch>
        </p:blipFill>
        <p:spPr>
          <a:xfrm>
            <a:off x="673650" y="1203739"/>
            <a:ext cx="8901047" cy="5256699"/>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69913107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7ED25A8-893D-28EB-E7A8-F521C5F391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7D878B-B24F-2736-8ADA-845D0952772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1D8BA02-1EDE-6B71-ECFD-604F2868F557}"/>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0481A0A-8070-5E8B-26C7-058B9F1FC4E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DE61625-05A9-D52D-D079-C4854A7A3802}"/>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3A159F3-8855-28A8-4FD8-D700B9F639C1}"/>
              </a:ext>
            </a:extLst>
          </p:cNvPr>
          <p:cNvPicPr>
            <a:picLocks noChangeAspect="1"/>
          </p:cNvPicPr>
          <p:nvPr/>
        </p:nvPicPr>
        <p:blipFill>
          <a:blip r:embed="rId3"/>
          <a:srcRect b="162" r="53"/>
          <a:stretch>
            <a:fillRect/>
          </a:stretch>
        </p:blipFill>
        <p:spPr>
          <a:xfrm>
            <a:off x="673653" y="1270000"/>
            <a:ext cx="11054525" cy="441739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22690805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E2323CA-90B7-9506-937C-997891E155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3CB6E29-F162-52BC-4360-6E1B41A1E4D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F20CD40-B8A8-8F5B-B2D0-0A39B65BE21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9B6ACA7-1F7A-D30C-9740-0969424C467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706E5E4-1A70-4D70-AA75-D368E9DC803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3F7D85A7-448F-448F-B82A-48FB504E9D84}"/>
              </a:ext>
            </a:extLst>
          </p:cNvPr>
          <p:cNvPicPr>
            <a:picLocks noChangeAspect="1"/>
          </p:cNvPicPr>
          <p:nvPr/>
        </p:nvPicPr>
        <p:blipFill>
          <a:blip r:embed="rId3"/>
          <a:srcRect b="63" l="19" r="33" t="123"/>
          <a:stretch>
            <a:fillRect/>
          </a:stretch>
        </p:blipFill>
        <p:spPr>
          <a:xfrm>
            <a:off x="565426" y="1270000"/>
            <a:ext cx="11306325" cy="409996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9178999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0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06CFE20-282F-9BB2-C6D8-849F28C97C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83238D1-613F-FF04-9BC1-F912FEEE5EE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E69E448-5D76-DD4D-2988-DC3B2A7AD03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8BCB4D7-BF97-1577-E931-D059FB4ACFD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60778957-80AE-322C-62CD-19B8BF343BB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5D755AAD-3CE3-F6B3-B12A-9DE114EECBA1}"/>
              </a:ext>
            </a:extLst>
          </p:cNvPr>
          <p:cNvPicPr>
            <a:picLocks noChangeAspect="1"/>
          </p:cNvPicPr>
          <p:nvPr/>
        </p:nvPicPr>
        <p:blipFill>
          <a:blip r:embed="rId3"/>
          <a:srcRect b="26" r="24"/>
          <a:stretch>
            <a:fillRect/>
          </a:stretch>
        </p:blipFill>
        <p:spPr>
          <a:xfrm>
            <a:off x="618434" y="1203739"/>
            <a:ext cx="10955137" cy="500269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06143200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42EC8190-B372-480A-A2B5-8E21FCFA86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783D94-A54D-DE82-7C36-524854EB142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7E307F4-F891-6A3A-DDC6-D0695E16BE4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170A22D0-A10D-6BE7-9306-048B979951C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41CC53B-6603-1BC9-D92F-6E1330C45C4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274795B-C091-2510-EFA3-48256FC14EF3}"/>
              </a:ext>
            </a:extLst>
          </p:cNvPr>
          <p:cNvPicPr>
            <a:picLocks noChangeAspect="1"/>
          </p:cNvPicPr>
          <p:nvPr/>
        </p:nvPicPr>
        <p:blipFill>
          <a:blip r:embed="rId3"/>
          <a:srcRect b="43" r="59"/>
          <a:stretch>
            <a:fillRect/>
          </a:stretch>
        </p:blipFill>
        <p:spPr>
          <a:xfrm>
            <a:off x="883478" y="1203739"/>
            <a:ext cx="9663052" cy="538922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15510655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09D970C-51AC-4657-F05E-EBDE8A2E8F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04EAC7-C6F3-6E31-4FC0-6F6F3A04844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9DD1784-2D97-3375-8515-138EA5BEB65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137FCEE-B7CB-F243-A739-66E9DD0B69A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58B3456-0992-6940-C73F-695E3ADBBBF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1BDA5D25-EA88-A1BD-B915-7A4AB88360AF}"/>
              </a:ext>
            </a:extLst>
          </p:cNvPr>
          <p:cNvPicPr>
            <a:picLocks noChangeAspect="1"/>
          </p:cNvPicPr>
          <p:nvPr/>
        </p:nvPicPr>
        <p:blipFill>
          <a:blip r:embed="rId3"/>
          <a:srcRect b="2" r="38"/>
          <a:stretch>
            <a:fillRect/>
          </a:stretch>
        </p:blipFill>
        <p:spPr>
          <a:xfrm>
            <a:off x="1060174" y="1270000"/>
            <a:ext cx="9906010" cy="544897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40249035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5CAA8B0-A00E-BF4A-6F34-41594BEAC3B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DE8498-E205-FFD4-2835-3A696188799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CDE94DE-C3AB-7D9A-B1CB-273C1287D075}"/>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B75247A-5B5A-2815-FF5F-117883D79EA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D076316-CD0B-0938-2DAC-883C1EF61150}"/>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9C2B54E-524F-63CE-01BA-C112A8D22579}"/>
              </a:ext>
            </a:extLst>
          </p:cNvPr>
          <p:cNvPicPr>
            <a:picLocks noChangeAspect="1"/>
          </p:cNvPicPr>
          <p:nvPr/>
        </p:nvPicPr>
        <p:blipFill>
          <a:blip r:embed="rId3"/>
          <a:srcRect b="51" l="21" r="3" t="54"/>
          <a:stretch>
            <a:fillRect/>
          </a:stretch>
        </p:blipFill>
        <p:spPr>
          <a:xfrm>
            <a:off x="675861" y="1373091"/>
            <a:ext cx="10455970" cy="478917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419268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509AAB8-2F37-0437-799D-8804218598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64CF53-6D67-3E72-1CEA-434608AA5E2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DD092AD-7ADB-0DE3-836D-3DB99438116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C7984CE-4DC7-6117-4B8B-595CD31EB5F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1F07280-0809-E35E-1CC6-B2BA4D0376F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10A8251-C207-A1B8-ED4C-164F0138FB82}"/>
              </a:ext>
            </a:extLst>
          </p:cNvPr>
          <p:cNvPicPr>
            <a:picLocks noChangeAspect="1"/>
          </p:cNvPicPr>
          <p:nvPr/>
        </p:nvPicPr>
        <p:blipFill>
          <a:blip r:embed="rId3"/>
          <a:srcRect b="68" r="43"/>
          <a:stretch>
            <a:fillRect/>
          </a:stretch>
        </p:blipFill>
        <p:spPr>
          <a:xfrm>
            <a:off x="673653" y="1203738"/>
            <a:ext cx="9839748" cy="505791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66675612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A27A555-8B28-76F1-122C-5BB00A3A951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0132A29-FCCA-2D48-1436-2D77A99D97C8}"/>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F16314A-70C3-9E2F-6522-090015D39ED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89731BC-7517-B6E0-0CCC-57AC61382094}"/>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2F1C2FE5-C877-E736-1787-7504B6102E3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9BD3471-6202-81FD-56FD-3034D2054DC7}"/>
              </a:ext>
            </a:extLst>
          </p:cNvPr>
          <p:cNvPicPr>
            <a:picLocks noChangeAspect="1"/>
          </p:cNvPicPr>
          <p:nvPr/>
        </p:nvPicPr>
        <p:blipFill>
          <a:blip r:embed="rId3"/>
          <a:srcRect b="61" r="10"/>
          <a:stretch>
            <a:fillRect/>
          </a:stretch>
        </p:blipFill>
        <p:spPr>
          <a:xfrm>
            <a:off x="673652" y="1093304"/>
            <a:ext cx="10005403" cy="537817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35767693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467C6CD-F6D8-B355-4E98-4D33645432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1AFC1D-1215-26E6-839B-F56190217E68}"/>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8C9E0AB-EB10-8DF7-C89E-BF2EC1A22E3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AA926525-FB7A-B8F2-7474-69B4DD96819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6A616A68-6A4D-9C70-3393-7671797F2FE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DCCDACD-89C8-430E-1218-1A9F132EB319}"/>
              </a:ext>
            </a:extLst>
          </p:cNvPr>
          <p:cNvPicPr>
            <a:picLocks noChangeAspect="1"/>
          </p:cNvPicPr>
          <p:nvPr/>
        </p:nvPicPr>
        <p:blipFill>
          <a:blip r:embed="rId3"/>
          <a:srcRect b="31" r="19"/>
          <a:stretch>
            <a:fillRect/>
          </a:stretch>
        </p:blipFill>
        <p:spPr>
          <a:xfrm>
            <a:off x="795131" y="1104348"/>
            <a:ext cx="9928096" cy="502478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892151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D09AEF5-BC8F-32F2-FE63-5FBA135683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A3A7CD-CFF9-BD14-EECF-FC1ADB39CE7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A78290-0105-C72A-53CC-3295440E635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ADB01489-FC1B-C9A9-F1C5-5B826107F07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3CAF464-3C70-5254-600F-11030546B3B3}"/>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E953C99-5B5B-45E2-B935-539045EAC48E}"/>
              </a:ext>
            </a:extLst>
          </p:cNvPr>
          <p:cNvPicPr>
            <a:picLocks noChangeAspect="1"/>
          </p:cNvPicPr>
          <p:nvPr/>
        </p:nvPicPr>
        <p:blipFill>
          <a:blip r:embed="rId3"/>
          <a:srcRect b="99" r="21"/>
          <a:stretch>
            <a:fillRect/>
          </a:stretch>
        </p:blipFill>
        <p:spPr>
          <a:xfrm>
            <a:off x="673653" y="1203739"/>
            <a:ext cx="10071655" cy="526774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18113707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06FDACC-C7B2-7383-4CA5-703D9F4E0F1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E71750-369D-27DF-E7FA-5DCA988A0828}"/>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3360C1B-AB9D-E0CD-7831-968BCCCD8B0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B5D813E9-9437-3160-86B3-E536C4FE295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3A2A8CF-A980-8417-55D2-C4A20F109413}"/>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1D4F69E-1E4B-4488-CC92-793037103246}"/>
              </a:ext>
            </a:extLst>
          </p:cNvPr>
          <p:cNvPicPr>
            <a:picLocks noChangeAspect="1"/>
          </p:cNvPicPr>
          <p:nvPr/>
        </p:nvPicPr>
        <p:blipFill>
          <a:blip r:embed="rId3"/>
          <a:srcRect b="77" r="18"/>
          <a:stretch>
            <a:fillRect/>
          </a:stretch>
        </p:blipFill>
        <p:spPr>
          <a:xfrm>
            <a:off x="784086" y="1093305"/>
            <a:ext cx="9828700" cy="539143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23734290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F1703E9-6E4D-E98A-8265-F99692AC19F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B1A670E-5227-FB23-DA94-BDE8584B8D4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C2C31FC-7B2B-4CF3-5209-28953F559F4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0603506-51C2-D6CF-0230-52B67E955A5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78F50189-AD65-CE38-78BC-0994E36CCB2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CB62070C-B5C6-7D75-2AE0-D8E58D2F19E3}"/>
              </a:ext>
            </a:extLst>
          </p:cNvPr>
          <p:cNvPicPr>
            <a:picLocks noChangeAspect="1"/>
          </p:cNvPicPr>
          <p:nvPr/>
        </p:nvPicPr>
        <p:blipFill>
          <a:blip r:embed="rId3"/>
          <a:srcRect b="29" r="6"/>
          <a:stretch>
            <a:fillRect/>
          </a:stretch>
        </p:blipFill>
        <p:spPr>
          <a:xfrm>
            <a:off x="673652" y="1270000"/>
            <a:ext cx="10082699" cy="479287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79328544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1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3A6C06E-CAE8-0A61-C5A9-91F1F27C93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1A8139-306F-8EDF-FF5A-68B1F5E853CA}"/>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ED1025C-6C2C-A613-E972-66BC2F19477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33CB2FE-478E-98BB-3458-7597C0EECD7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E5A5EB4-28DD-E8BF-6910-542B4BC392A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E3374CE-4FB4-ECD3-31F9-232D57957E2A}"/>
              </a:ext>
            </a:extLst>
          </p:cNvPr>
          <p:cNvPicPr>
            <a:picLocks noChangeAspect="1"/>
          </p:cNvPicPr>
          <p:nvPr/>
        </p:nvPicPr>
        <p:blipFill>
          <a:blip r:embed="rId3"/>
          <a:srcRect b="78" r="3" t="90"/>
          <a:stretch>
            <a:fillRect/>
          </a:stretch>
        </p:blipFill>
        <p:spPr>
          <a:xfrm>
            <a:off x="673653" y="1197410"/>
            <a:ext cx="9696176" cy="521091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0239281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3ABC1C4-6115-ACB6-AF3A-D1DE4AB524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44B6B9-EA54-133D-1E7E-B43C7611F39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DBA50B2-1A51-F805-5183-67BC9B175ED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EBE12C8-2561-5C08-A782-5AA0B81CEC85}"/>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6803F17-796B-AA56-F502-8609D21D909E}"/>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32DDDC8-6305-14DA-42E5-44B36D10D678}"/>
              </a:ext>
            </a:extLst>
          </p:cNvPr>
          <p:cNvPicPr>
            <a:picLocks noChangeAspect="1"/>
          </p:cNvPicPr>
          <p:nvPr/>
        </p:nvPicPr>
        <p:blipFill>
          <a:blip r:embed="rId3"/>
          <a:srcRect b="185" r="41"/>
          <a:stretch>
            <a:fillRect/>
          </a:stretch>
        </p:blipFill>
        <p:spPr>
          <a:xfrm>
            <a:off x="519043" y="1270000"/>
            <a:ext cx="11496273" cy="337931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12170353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4A0CD686-3B19-E25D-ADB2-A15B9461F9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8179CB-B68E-1216-F5B7-C5AAF71D04B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9F2BD75-EA73-BB7F-86FB-0975A823ABF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CB84CD3-CDA0-EED5-3F2E-1F8BEFC38D6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2D5DFA7-B5F1-913D-3BD0-2C3DF567F4E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B719EA09-C2C7-DEC5-C20E-9F4145EA1653}"/>
              </a:ext>
            </a:extLst>
          </p:cNvPr>
          <p:cNvPicPr>
            <a:picLocks noChangeAspect="1"/>
          </p:cNvPicPr>
          <p:nvPr/>
        </p:nvPicPr>
        <p:blipFill>
          <a:blip r:embed="rId3"/>
          <a:srcRect b="106" r="2" t="5"/>
          <a:stretch>
            <a:fillRect/>
          </a:stretch>
        </p:blipFill>
        <p:spPr>
          <a:xfrm>
            <a:off x="916609" y="1281043"/>
            <a:ext cx="10204180" cy="529116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36977435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49616946-F9FB-B7DA-1746-B127553490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0474C7-CF16-3750-A966-E87F6F8FBC3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4E8E5F1-501D-02F7-6D87-F941058B659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8D8EC45-E47D-1798-3F62-F2851B6A112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396AC86-BD97-1D2B-8435-8823B08C05DE}"/>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2139103-C39F-4B6F-EA6C-FE338E01E62D}"/>
              </a:ext>
            </a:extLst>
          </p:cNvPr>
          <p:cNvPicPr>
            <a:picLocks noChangeAspect="1"/>
          </p:cNvPicPr>
          <p:nvPr/>
        </p:nvPicPr>
        <p:blipFill>
          <a:blip r:embed="rId3"/>
          <a:srcRect b="173" r="22"/>
          <a:stretch>
            <a:fillRect/>
          </a:stretch>
        </p:blipFill>
        <p:spPr>
          <a:xfrm>
            <a:off x="485913" y="1446695"/>
            <a:ext cx="11065569" cy="413026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0891652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46A82813-57DE-2AAB-878F-841130877C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6C8CC6-5A1A-7A09-08ED-0530706D861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1E5A6F2-C082-F992-6F06-FB20C3098271}"/>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0A5832F-8E57-D0CB-2B11-E32FB61674A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3680339A-DD76-1B1E-EB4D-64BBB94207B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C95F4CDC-C421-AD72-F19B-8941967B79D7}"/>
              </a:ext>
            </a:extLst>
          </p:cNvPr>
          <p:cNvPicPr>
            <a:picLocks noChangeAspect="1"/>
          </p:cNvPicPr>
          <p:nvPr/>
        </p:nvPicPr>
        <p:blipFill>
          <a:blip r:embed="rId3"/>
          <a:srcRect b="105" l="-18" r="7" t="132"/>
          <a:stretch>
            <a:fillRect/>
          </a:stretch>
        </p:blipFill>
        <p:spPr>
          <a:xfrm>
            <a:off x="627269" y="1418599"/>
            <a:ext cx="10766834" cy="401480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66492560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B58649D-E055-DC19-02F0-F557344A10B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B75EC2-5B4D-CC22-527C-63F9310E4E9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DC81B8B-38A0-F726-B13B-ABAC6E51BFE4}"/>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3C87745-A91B-86FF-603C-3F3971667B4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FE511914-898C-DB99-66C0-AB0BC40F442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7E0DA0C-0122-7F8B-DDED-2D4536B5DA4C}"/>
              </a:ext>
            </a:extLst>
          </p:cNvPr>
          <p:cNvPicPr>
            <a:picLocks noChangeAspect="1"/>
          </p:cNvPicPr>
          <p:nvPr/>
        </p:nvPicPr>
        <p:blipFill>
          <a:blip r:embed="rId3"/>
          <a:srcRect r="42"/>
          <a:stretch>
            <a:fillRect/>
          </a:stretch>
        </p:blipFill>
        <p:spPr>
          <a:xfrm>
            <a:off x="345440" y="1280160"/>
            <a:ext cx="11501384" cy="467360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98361330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48859E3-7D50-D835-9559-8ACAF0F56C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745C3AB-E302-C967-DC87-72B46787F35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B4B37C3-98C2-6B6B-1E61-F2DFE004B2D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D90CE223-9D46-FFA7-9EFA-AE2B64F5947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D920A1F-AD0A-FF76-FB37-468783486CD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F81D0FC3-FA61-A013-8061-B058AF14B099}"/>
              </a:ext>
            </a:extLst>
          </p:cNvPr>
          <p:cNvPicPr>
            <a:picLocks noChangeAspect="1"/>
          </p:cNvPicPr>
          <p:nvPr/>
        </p:nvPicPr>
        <p:blipFill>
          <a:blip r:embed="rId3"/>
          <a:srcRect b="50" r="15" t="25"/>
          <a:stretch>
            <a:fillRect/>
          </a:stretch>
        </p:blipFill>
        <p:spPr>
          <a:xfrm>
            <a:off x="629478" y="1709696"/>
            <a:ext cx="10933054" cy="384518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8245165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AF2F9F9-EB2D-49B8-77DA-C2E46008765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2ECE02F-BCC6-EAEA-2356-DEBD4F1C2BC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8A92755-B143-0CDE-ECED-1E1D4B5C144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6A269F8C-D57A-E6B5-DE0B-4BC0E97D6A9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6365B6D-A376-33FC-6B9A-BBB7122BF8D9}"/>
              </a:ext>
            </a:extLst>
          </p:cNvPr>
          <p:cNvPicPr>
            <a:picLocks noChangeAspect="1"/>
          </p:cNvPicPr>
          <p:nvPr/>
        </p:nvPicPr>
        <p:blipFill>
          <a:blip r:embed="rId3"/>
          <a:srcRect b="54" l="-20" r="3" t="161"/>
          <a:stretch>
            <a:fillRect/>
          </a:stretch>
        </p:blipFill>
        <p:spPr>
          <a:xfrm>
            <a:off x="494747" y="1711739"/>
            <a:ext cx="10714402" cy="394121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09634407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Lst>
  </p:timing>
</p:sld>
</file>

<file path=ppt/slides/slide12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C4DE6D3C-7B10-D5D8-EA77-18E1D8DAC8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129DDFA-28B8-190F-D172-AC5C99983404}"/>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02E4A20-C852-649D-FD20-67290795393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8902075-53FD-4DD1-2C7A-0F4835E5C80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2A58E24-0B64-9CCC-1B70-AC8E6DAC7E04}"/>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11D564D-54DE-F288-D20C-B1D306A9D00E}"/>
              </a:ext>
            </a:extLst>
          </p:cNvPr>
          <p:cNvPicPr>
            <a:picLocks noChangeAspect="1"/>
          </p:cNvPicPr>
          <p:nvPr/>
        </p:nvPicPr>
        <p:blipFill>
          <a:blip r:embed="rId3"/>
          <a:srcRect b="64" r="59"/>
          <a:stretch>
            <a:fillRect/>
          </a:stretch>
        </p:blipFill>
        <p:spPr>
          <a:xfrm>
            <a:off x="673653" y="1203738"/>
            <a:ext cx="8768530" cy="525670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56866847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7CA4323-49F4-1259-5381-9893A16159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1E05C7-A6BB-CE11-FBF5-25561BC023C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BC246E6-7F8D-B617-7B71-6E2DD306563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CF714E05-7197-7556-8B24-D5F11EEB764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B72DC37-E43F-6FB2-19DC-FFE26804DD8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1F57539-923B-E19F-4C90-C69F703BFED0}"/>
              </a:ext>
            </a:extLst>
          </p:cNvPr>
          <p:cNvPicPr>
            <a:picLocks noChangeAspect="1"/>
          </p:cNvPicPr>
          <p:nvPr/>
        </p:nvPicPr>
        <p:blipFill>
          <a:blip r:embed="rId3"/>
          <a:srcRect b="12" r="26"/>
          <a:stretch>
            <a:fillRect/>
          </a:stretch>
        </p:blipFill>
        <p:spPr>
          <a:xfrm>
            <a:off x="938696" y="1270000"/>
            <a:ext cx="9442184" cy="469348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69402612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2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BCD6587F-0A79-E784-B7E5-12AF0B38F5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47BAA5-6C1B-E6F0-155E-23205B77431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1C2CCB5-CA1A-15E6-A73E-3D519D09827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B49BE273-7E95-EF2B-8C44-094989E72CC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DD3AC4E-AADB-EE8A-6F55-CB65A31C9CFF}"/>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5B4A11E-ABB7-EA08-A769-BC619D25E2C6}"/>
              </a:ext>
            </a:extLst>
          </p:cNvPr>
          <p:cNvPicPr>
            <a:picLocks noChangeAspect="1"/>
          </p:cNvPicPr>
          <p:nvPr/>
        </p:nvPicPr>
        <p:blipFill>
          <a:blip r:embed="rId3"/>
          <a:srcRect b="89" l="-31" r="44" t="48"/>
          <a:stretch>
            <a:fillRect/>
          </a:stretch>
        </p:blipFill>
        <p:spPr>
          <a:xfrm>
            <a:off x="671003" y="1435652"/>
            <a:ext cx="10560232" cy="388864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61117492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CBD8D48-588A-EB36-B1BC-89E16A3548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1E65D84-75AF-3ACF-2F94-2225BBCAD064}"/>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889CC74-6D16-B269-B052-D2AEDB43290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FD0DBAE-1D76-B8F2-0F83-08D088C9923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C23D2B9-BF66-7410-218E-DADD3033F38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B528EF10-3B28-C1FB-089B-49C3BE33EBC6}"/>
              </a:ext>
            </a:extLst>
          </p:cNvPr>
          <p:cNvPicPr>
            <a:picLocks noChangeAspect="1"/>
          </p:cNvPicPr>
          <p:nvPr/>
        </p:nvPicPr>
        <p:blipFill>
          <a:blip r:embed="rId3"/>
          <a:srcRect b="16" l="-26" r="71" t="66"/>
          <a:stretch>
            <a:fillRect/>
          </a:stretch>
        </p:blipFill>
        <p:spPr>
          <a:xfrm>
            <a:off x="671444" y="1230409"/>
            <a:ext cx="8472577" cy="524108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86285573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9B2A98D-01A0-E2E1-4E52-7F9A1D70B2F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571CD2-756A-34D5-8855-D02552ACF5D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CC30453-465F-EE2E-5223-7DD40F39D40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A87EAB08-F2E8-5313-EE37-8045A51EC0F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FA8DCD9D-4B68-3BE9-30DA-47739880D5B0}"/>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BA0A1BF-145E-655A-1F02-6FCB1EA9F423}"/>
              </a:ext>
            </a:extLst>
          </p:cNvPr>
          <p:cNvPicPr>
            <a:picLocks noChangeAspect="1"/>
          </p:cNvPicPr>
          <p:nvPr/>
        </p:nvPicPr>
        <p:blipFill>
          <a:blip r:embed="rId3"/>
          <a:srcRect b="77" r="45"/>
          <a:stretch>
            <a:fillRect/>
          </a:stretch>
        </p:blipFill>
        <p:spPr>
          <a:xfrm>
            <a:off x="673653" y="1203739"/>
            <a:ext cx="9828698" cy="527791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72554364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73C4A71-C73E-7EB0-8DB6-D6C1A676D6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2C0334-38AB-4054-AC9B-040AD2A52E7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38A953-ABBC-7C07-0D3C-34A2C9D8B990}"/>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D98C64C4-43D9-1763-822C-B131884A7453}"/>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8D649BD-BB9C-DF7D-E46A-A420F345858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C7C7DF3-E5B9-2AE1-2ECB-6C8B9147082D}"/>
              </a:ext>
            </a:extLst>
          </p:cNvPr>
          <p:cNvPicPr>
            <a:picLocks noChangeAspect="1"/>
          </p:cNvPicPr>
          <p:nvPr/>
        </p:nvPicPr>
        <p:blipFill>
          <a:blip r:embed="rId3"/>
          <a:srcRect b="109" l="30" r="72" t="92"/>
          <a:stretch>
            <a:fillRect/>
          </a:stretch>
        </p:blipFill>
        <p:spPr>
          <a:xfrm>
            <a:off x="671444" y="1254835"/>
            <a:ext cx="10324583" cy="521718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90479778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A3DD709-E44D-AF05-9525-D287D7F70E7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7E86B0-1A28-75F1-90CC-99F7337F5216}"/>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482DD14-54E1-3346-B943-21FDF2482A89}"/>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2BD4FCCF-7ADB-7282-2C2C-D2A90DE4C19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E5BA7C3D-C0B1-DD21-D54B-E963C2EC4A29}"/>
              </a:ext>
            </a:extLst>
          </p:cNvPr>
          <p:cNvPicPr>
            <a:picLocks noChangeAspect="1"/>
          </p:cNvPicPr>
          <p:nvPr/>
        </p:nvPicPr>
        <p:blipFill>
          <a:blip r:embed="rId3"/>
          <a:srcRect b="115" r="50"/>
          <a:stretch>
            <a:fillRect/>
          </a:stretch>
        </p:blipFill>
        <p:spPr>
          <a:xfrm>
            <a:off x="673653" y="1203739"/>
            <a:ext cx="8978351" cy="505224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50510186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13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6DAB1E4-655D-F725-FD53-389658B220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F78449-7F25-3C7E-4B34-04627016F9F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ADAF358-B5CE-647E-3EDC-37F585573F21}"/>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74AB35E-E078-F2A1-9D51-30F53DF37674}"/>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B2E23816-84AC-4E3F-D317-9C5AB229BBD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3B99B893-C852-B2DF-A0DD-0ACA87959BEC}"/>
              </a:ext>
            </a:extLst>
          </p:cNvPr>
          <p:cNvPicPr>
            <a:picLocks noChangeAspect="1"/>
          </p:cNvPicPr>
          <p:nvPr/>
        </p:nvPicPr>
        <p:blipFill>
          <a:blip r:embed="rId3"/>
          <a:srcRect b="105"/>
          <a:stretch>
            <a:fillRect/>
          </a:stretch>
        </p:blipFill>
        <p:spPr>
          <a:xfrm>
            <a:off x="673653" y="1270000"/>
            <a:ext cx="8382000" cy="520148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7639993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A4193EA-59E2-CB11-7FDF-97C4545CEB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7B178D-838C-8B59-E44D-F6884818BCAF}"/>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FDBBCA5-92A6-0442-48AF-F6C0568C14F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8B52C51-F98C-5857-0964-716D6FB582F3}"/>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3376DE3-4B51-BF1E-63B1-5F205CAF578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F4F5562-29EB-BFE8-AF38-333EBBAD8EA5}"/>
              </a:ext>
            </a:extLst>
          </p:cNvPr>
          <p:cNvPicPr>
            <a:picLocks noChangeAspect="1"/>
          </p:cNvPicPr>
          <p:nvPr/>
        </p:nvPicPr>
        <p:blipFill>
          <a:blip r:embed="rId3"/>
          <a:srcRect b="87" r="64"/>
          <a:stretch>
            <a:fillRect/>
          </a:stretch>
        </p:blipFill>
        <p:spPr>
          <a:xfrm>
            <a:off x="773043" y="1269999"/>
            <a:ext cx="9522847" cy="4793115"/>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94280801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6F458E5E-792F-AF87-5BB1-E8B1E62A00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24F399-7EE9-4E96-8A77-E5E1DB307D33}"/>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D37FA85-CEC1-5F63-B95C-FCFF002997E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8" name="Text Placeholder 30">
            <a:extLst>
              <a:ext uri="{FF2B5EF4-FFF2-40B4-BE49-F238E27FC236}">
                <a16:creationId xmlns:a16="http://schemas.microsoft.com/office/drawing/2014/main" id="{05C9D536-F11B-4228-41A9-D21BD16A3E7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24CBE167-0E40-88E3-9BB3-E30AAB618430}"/>
              </a:ext>
            </a:extLst>
          </p:cNvPr>
          <p:cNvPicPr>
            <a:picLocks noChangeAspect="1"/>
          </p:cNvPicPr>
          <p:nvPr/>
        </p:nvPicPr>
        <p:blipFill>
          <a:blip r:embed="rId3"/>
          <a:srcRect b="96" r="57"/>
          <a:stretch>
            <a:fillRect/>
          </a:stretch>
        </p:blipFill>
        <p:spPr>
          <a:xfrm>
            <a:off x="685328" y="1380434"/>
            <a:ext cx="9171144" cy="493644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7917709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13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4C0B24B-0520-B192-91C2-A2AB9B2393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5BEED-C0AC-E3B9-E84E-5A1134C8BEE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1E8710D-C32F-CE8E-E2DA-D0A48DA73D2B}"/>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396105E0-922A-4954-9286-776CAEBC960B}"/>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7004EA79-2391-5A94-ED72-FD3A84466281}"/>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A55EA532-82D0-0098-66A9-7B44B268FDE4}"/>
              </a:ext>
            </a:extLst>
          </p:cNvPr>
          <p:cNvPicPr>
            <a:picLocks noChangeAspect="1"/>
          </p:cNvPicPr>
          <p:nvPr/>
        </p:nvPicPr>
        <p:blipFill>
          <a:blip r:embed="rId3"/>
          <a:srcRect b="88" r="53"/>
          <a:stretch>
            <a:fillRect/>
          </a:stretch>
        </p:blipFill>
        <p:spPr>
          <a:xfrm>
            <a:off x="673652" y="1269999"/>
            <a:ext cx="9442186" cy="530087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07804146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C5A4ED97-929A-6E29-CCD3-D12940311FF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057F42-8565-E788-D56F-3C14B7BAAF04}"/>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3B40594-37DA-5F8C-5C09-D725B662BE17}"/>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266CBB38-BA60-3481-7F12-EA309BD707F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63226E8-B52A-72E8-5425-7BC0D009981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41DFD98-4FEE-3128-A543-E5A33F7F4AFF}"/>
              </a:ext>
            </a:extLst>
          </p:cNvPr>
          <p:cNvPicPr>
            <a:picLocks noChangeAspect="1"/>
          </p:cNvPicPr>
          <p:nvPr/>
        </p:nvPicPr>
        <p:blipFill>
          <a:blip r:embed="rId3"/>
          <a:srcRect b="20997" r="29619"/>
          <a:stretch>
            <a:fillRect/>
          </a:stretch>
        </p:blipFill>
        <p:spPr>
          <a:xfrm>
            <a:off x="673652" y="1192695"/>
            <a:ext cx="10458182" cy="537388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9268345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3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5ED5E51-880B-FE63-1265-4759319453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C7E409-0BB8-CB37-D3BB-A31FB71884F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944DC6C-1DDC-E6F2-9A97-C6E69FCBDE2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91E5080-0569-B1D8-48D5-2DBAF7A9924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3" name="Picture 2">
            <a:extLst>
              <a:ext uri="{FF2B5EF4-FFF2-40B4-BE49-F238E27FC236}">
                <a16:creationId xmlns:a16="http://schemas.microsoft.com/office/drawing/2014/main" id="{14112138-F6E8-83E6-6F13-4BD1BEC023B8}"/>
              </a:ext>
            </a:extLst>
          </p:cNvPr>
          <p:cNvPicPr>
            <a:picLocks noChangeAspect="1"/>
          </p:cNvPicPr>
          <p:nvPr/>
        </p:nvPicPr>
        <p:blipFill>
          <a:blip r:embed="rId3"/>
          <a:srcRect b="22820" r="30525"/>
          <a:stretch>
            <a:fillRect/>
          </a:stretch>
        </p:blipFill>
        <p:spPr>
          <a:xfrm>
            <a:off x="673652" y="1203739"/>
            <a:ext cx="9961225" cy="527091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419191191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Lst>
  </p:timing>
</p:sld>
</file>

<file path=ppt/slides/slide14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0102B1E-35A5-DD1F-EF85-76FF02675B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24974E4-6DE7-9F6A-680D-947CC53E322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473293D-06FE-8FCC-7D6B-14061E3AA31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B6F3D8F-5FC8-2D51-ED97-A151B3D33F8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61A814CE-BE98-028C-49E7-6E85A894C2C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42B75E0-B9E6-3EBE-587B-B861E474252A}"/>
              </a:ext>
            </a:extLst>
          </p:cNvPr>
          <p:cNvPicPr>
            <a:picLocks noChangeAspect="1"/>
          </p:cNvPicPr>
          <p:nvPr/>
        </p:nvPicPr>
        <p:blipFill>
          <a:blip r:embed="rId3"/>
          <a:srcRect b="63" r="23"/>
          <a:stretch>
            <a:fillRect/>
          </a:stretch>
        </p:blipFill>
        <p:spPr>
          <a:xfrm>
            <a:off x="679994" y="1203234"/>
            <a:ext cx="9168738" cy="499526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63288670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876AB48-CE18-249F-A5D3-94D541679CD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3EA5FAE-C25E-E606-0041-F867C525B41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C74C40D-889D-940B-BFC0-F80C7EE6DB1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8E7BCB2C-010D-4A71-A6E1-5099BC3CD03A}"/>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754463A8-F70B-DF2A-5A04-8A32501D719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5F9E274D-32E2-06BC-CB3E-BC0C0DC1B6E5}"/>
              </a:ext>
            </a:extLst>
          </p:cNvPr>
          <p:cNvPicPr>
            <a:picLocks noChangeAspect="1"/>
          </p:cNvPicPr>
          <p:nvPr/>
        </p:nvPicPr>
        <p:blipFill>
          <a:blip r:embed="rId3"/>
          <a:srcRect b="79" r="4"/>
          <a:stretch>
            <a:fillRect/>
          </a:stretch>
        </p:blipFill>
        <p:spPr>
          <a:xfrm>
            <a:off x="839304" y="1270001"/>
            <a:ext cx="8128010" cy="4948440"/>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27905645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12D4076D-C20E-7C37-3E9E-70DE537170E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6D63CA7-B3C0-1DBC-7790-07FF85CCB05D}"/>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B6065F0-7813-9385-BEBF-CB5D458C7DE3}"/>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44855469-43C3-99B4-93CF-E4A0F84320E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E27AC709-ED6E-2FEB-CCDE-EFE5F52C926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421E4460-BEAB-DF67-6E8E-721D1877414A}"/>
              </a:ext>
            </a:extLst>
          </p:cNvPr>
          <p:cNvPicPr>
            <a:picLocks noChangeAspect="1"/>
          </p:cNvPicPr>
          <p:nvPr/>
        </p:nvPicPr>
        <p:blipFill>
          <a:blip r:embed="rId3"/>
          <a:srcRect b="63" r="13"/>
          <a:stretch>
            <a:fillRect/>
          </a:stretch>
        </p:blipFill>
        <p:spPr>
          <a:xfrm>
            <a:off x="673652" y="1203739"/>
            <a:ext cx="8735395" cy="526649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8116190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C2EF2A3-A1D6-CC9C-4E10-F5CA5A1224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859A9D-C80B-506B-8D0D-3A3B300B441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F57F6CD-74DF-1E46-7C19-A7F1CECD1D3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B9BFDAF-FC91-E9EF-F3CC-EA4EB22C646C}"/>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10DC897-3FBC-1BC3-F4E3-73D2ACD78DD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64CCFE1D-8587-01DA-54FC-F20A5A848028}"/>
              </a:ext>
            </a:extLst>
          </p:cNvPr>
          <p:cNvPicPr>
            <a:picLocks noChangeAspect="1"/>
          </p:cNvPicPr>
          <p:nvPr/>
        </p:nvPicPr>
        <p:blipFill>
          <a:blip r:embed="rId3"/>
          <a:srcRect b="105" r="24"/>
          <a:stretch>
            <a:fillRect/>
          </a:stretch>
        </p:blipFill>
        <p:spPr>
          <a:xfrm>
            <a:off x="673652" y="1391478"/>
            <a:ext cx="9431133" cy="4892268"/>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05298652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915DABE8-002E-3BC9-53C6-659F372FA7E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418BC8-1964-55EC-FF2E-FB2C0C82213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0B6DBB-B8E1-26C4-DE3E-CA227174E5FF}"/>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BD8BB7A4-2542-6AC0-8B45-92D461CE134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528AE16B-088E-AE97-8024-ADBA0AC25EF8}"/>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9E5E8F65-415C-7D57-AECA-67EFC568DC04}"/>
              </a:ext>
            </a:extLst>
          </p:cNvPr>
          <p:cNvPicPr>
            <a:picLocks noChangeAspect="1"/>
          </p:cNvPicPr>
          <p:nvPr/>
        </p:nvPicPr>
        <p:blipFill>
          <a:blip r:embed="rId3"/>
          <a:srcRect b="33" r="7"/>
          <a:stretch>
            <a:fillRect/>
          </a:stretch>
        </p:blipFill>
        <p:spPr>
          <a:xfrm>
            <a:off x="673652" y="1270000"/>
            <a:ext cx="8647056" cy="527753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43800404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EADE544B-935B-8C1A-27D2-04769B7A7B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89419F-C1C9-D59C-F053-8CEAC36192C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F2D9005-E373-9936-CD1F-FBCBD3A12C6A}"/>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080FEB15-4D5B-DE29-5009-93439D12726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4E6CE5D7-D17A-9962-F636-77F0A4638CB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0CF0879-42D6-976D-AFEA-E68ACAD18C64}"/>
              </a:ext>
            </a:extLst>
          </p:cNvPr>
          <p:cNvPicPr>
            <a:picLocks noChangeAspect="1"/>
          </p:cNvPicPr>
          <p:nvPr/>
        </p:nvPicPr>
        <p:blipFill>
          <a:blip r:embed="rId3"/>
          <a:srcRect b="15" r="45"/>
          <a:stretch>
            <a:fillRect/>
          </a:stretch>
        </p:blipFill>
        <p:spPr>
          <a:xfrm>
            <a:off x="673652" y="1270000"/>
            <a:ext cx="8624958" cy="509104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234137970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7143122F-3E81-485B-57ED-A31D08324E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7D3655-8342-0C3F-0881-63CBE4205448}"/>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CD9F52F-2D4D-072F-10E9-A276A74740C8}"/>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5C1E57CC-BD92-1539-DB1F-4BA08F855920}"/>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2787F2B-E02D-F323-57D6-880C1CC3B80D}"/>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F6D2780-1FC7-2239-2F27-845B7DB17B22}"/>
              </a:ext>
            </a:extLst>
          </p:cNvPr>
          <p:cNvPicPr>
            <a:picLocks noChangeAspect="1"/>
          </p:cNvPicPr>
          <p:nvPr/>
        </p:nvPicPr>
        <p:blipFill>
          <a:blip r:embed="rId3"/>
          <a:srcRect b="38" r="51"/>
          <a:stretch>
            <a:fillRect/>
          </a:stretch>
        </p:blipFill>
        <p:spPr>
          <a:xfrm>
            <a:off x="817218" y="1203739"/>
            <a:ext cx="8580791" cy="5135223"/>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94132288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CD44E96-BFB4-42BC-11B3-BC98CBE9DD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EF2CAA-BFE2-DA37-68E7-39E5E8B9CC54}"/>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3997479-DAA9-041D-AA53-CD01E397542C}"/>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C8C7B9DA-53F4-F26F-D9D5-F657622FF32D}"/>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F405F1E-3D9C-AE13-7E63-3037BFFDE85A}"/>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DCD9072-D759-2C06-B057-F8531D44198E}"/>
              </a:ext>
            </a:extLst>
          </p:cNvPr>
          <p:cNvPicPr>
            <a:picLocks noChangeAspect="1"/>
          </p:cNvPicPr>
          <p:nvPr/>
        </p:nvPicPr>
        <p:blipFill>
          <a:blip r:embed="rId3"/>
          <a:srcRect b="70" r="66"/>
          <a:stretch>
            <a:fillRect/>
          </a:stretch>
        </p:blipFill>
        <p:spPr>
          <a:xfrm>
            <a:off x="673652" y="1203739"/>
            <a:ext cx="9033574" cy="5146264"/>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11819743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8.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471E220-8278-3B7B-ABEA-8CBB9952D39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9DC172-3DD6-747C-6571-ABA89AC1A739}"/>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7821B27-34F0-85BE-4D8E-6272B1C403D7}"/>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AA4D94C1-621E-0853-484E-A2DA4A800421}"/>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8A6E0FFA-A755-45F8-1186-E5ADB5E3C9BC}"/>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727EC67F-4A57-A58A-0091-D43CF68742B6}"/>
              </a:ext>
            </a:extLst>
          </p:cNvPr>
          <p:cNvPicPr>
            <a:picLocks noChangeAspect="1"/>
          </p:cNvPicPr>
          <p:nvPr/>
        </p:nvPicPr>
        <p:blipFill>
          <a:blip r:embed="rId3"/>
          <a:srcRect b="93" r="6"/>
          <a:stretch>
            <a:fillRect/>
          </a:stretch>
        </p:blipFill>
        <p:spPr>
          <a:xfrm>
            <a:off x="673653" y="1203739"/>
            <a:ext cx="8945221" cy="5068961"/>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56343205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49.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C1343B8-6586-316F-D960-8C28E92C8C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546BE1-785A-AC67-E3EC-5B99E8A38F55}"/>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C2AA04F-0542-59B0-FED3-126FBA184792}"/>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EAFD7910-8530-F3AA-5DEF-F49BC9DFD888}"/>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1B39E1D3-C155-2840-8F68-D8D1D5B8F9A9}"/>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8A5C6E0F-5E4C-080E-78A0-27458753E38A}"/>
              </a:ext>
            </a:extLst>
          </p:cNvPr>
          <p:cNvPicPr>
            <a:picLocks noChangeAspect="1"/>
          </p:cNvPicPr>
          <p:nvPr/>
        </p:nvPicPr>
        <p:blipFill>
          <a:blip r:embed="rId3"/>
          <a:srcRect b="123" r="29"/>
          <a:stretch>
            <a:fillRect/>
          </a:stretch>
        </p:blipFill>
        <p:spPr>
          <a:xfrm>
            <a:off x="680720" y="1066800"/>
            <a:ext cx="8849368" cy="5130806"/>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170211094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5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540D8DE7-CC56-6710-9344-892BEA5B31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AF1E3B-BE7C-056B-6D1A-65FE1C00687C}"/>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BD1B801-8A9D-9E91-593F-3218F01F96F6}"/>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7464231E-DBBB-AACC-228C-BF59725AE0E3}"/>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7638E0B8-2971-5E66-909E-DD7750D01177}"/>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0A353E5D-3658-8C87-D69D-FDE721F70397}"/>
              </a:ext>
            </a:extLst>
          </p:cNvPr>
          <p:cNvPicPr>
            <a:picLocks noChangeAspect="1"/>
          </p:cNvPicPr>
          <p:nvPr/>
        </p:nvPicPr>
        <p:blipFill>
          <a:blip r:embed="rId3"/>
          <a:srcRect b="93"/>
          <a:stretch>
            <a:fillRect/>
          </a:stretch>
        </p:blipFill>
        <p:spPr>
          <a:xfrm>
            <a:off x="673652" y="1203739"/>
            <a:ext cx="9398007" cy="5267742"/>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98172136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5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DE1F2D5-5D43-38C0-E135-877051C2D6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1FE503-2F06-337E-7473-D064D79685CE}"/>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6A986D9-FAD6-1ED9-E6B2-C0BFA39A6AEE}"/>
              </a:ext>
            </a:extLst>
          </p:cNvPr>
          <p:cNvSpPr>
            <a:spLocks noGrp="1"/>
          </p:cNvSpPr>
          <p:nvPr>
            <p:ph type="title"/>
          </p:nvPr>
        </p:nvSpPr>
        <p:spPr>
          <a:xfrm>
            <a:off x="675957" y="370589"/>
            <a:ext cx="2981643" cy="830997"/>
          </a:xfrm>
        </p:spPr>
        <p:txBody>
          <a:bodyPr>
            <a:normAutofit/>
          </a:bodyPr>
          <a:lstStyle/>
          <a:p>
            <a:r>
              <a:rPr dirty="0" lang="en-GB"/>
              <a:t>RESULTS </a:t>
            </a:r>
            <a:endParaRPr dirty="0" lang="en-IN"/>
          </a:p>
        </p:txBody>
      </p:sp>
      <p:sp>
        <p:nvSpPr>
          <p:cNvPr id="7" name="Text Placeholder 30">
            <a:extLst>
              <a:ext uri="{FF2B5EF4-FFF2-40B4-BE49-F238E27FC236}">
                <a16:creationId xmlns:a16="http://schemas.microsoft.com/office/drawing/2014/main" id="{9EB8966F-3E87-6614-891C-2BFE251A444E}"/>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D2C77444-F42A-8D72-BC68-BB6E627E263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2" name="Picture 1">
            <a:extLst>
              <a:ext uri="{FF2B5EF4-FFF2-40B4-BE49-F238E27FC236}">
                <a16:creationId xmlns:a16="http://schemas.microsoft.com/office/drawing/2014/main" id="{D11B7771-E6EF-E77B-A7CB-F8E932704A4A}"/>
              </a:ext>
            </a:extLst>
          </p:cNvPr>
          <p:cNvPicPr>
            <a:picLocks noChangeAspect="1"/>
          </p:cNvPicPr>
          <p:nvPr/>
        </p:nvPicPr>
        <p:blipFill>
          <a:blip r:embed="rId3"/>
          <a:srcRect b="73" r="59"/>
          <a:stretch>
            <a:fillRect/>
          </a:stretch>
        </p:blipFill>
        <p:spPr>
          <a:xfrm>
            <a:off x="673651" y="1203739"/>
            <a:ext cx="9620139" cy="5365367"/>
          </a:xfrm>
          <a:prstGeom prst="rect">
            <a:avLst/>
          </a:prstGeom>
          <a:ln cap="sq" w="38100">
            <a:solidFill>
              <a:srgbClr val="000000"/>
            </a:solidFill>
            <a:prstDash val="solid"/>
            <a:miter lim="800000"/>
          </a:ln>
          <a:effectLst>
            <a:outerShdw algn="tl" blurRad="50800" dir="2700000" dist="38100" rotWithShape="0">
              <a:srgbClr val="000000">
                <a:alpha val="43000"/>
              </a:srgbClr>
            </a:outerShdw>
          </a:effectLst>
        </p:spPr>
      </p:pic>
    </p:spTree>
    <p:extLst>
      <p:ext uri="{BB962C8B-B14F-4D97-AF65-F5344CB8AC3E}">
        <p14:creationId xmlns:p14="http://schemas.microsoft.com/office/powerpoint/2010/main" val="32910650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52.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D1A50B83-DAB6-DB24-6066-6298C30CF5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203D33-BF9B-F620-DBF1-6FD28623D6B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243E35E-D167-B2A2-EFD8-A786C9DCD0F2}"/>
              </a:ext>
            </a:extLst>
          </p:cNvPr>
          <p:cNvSpPr>
            <a:spLocks noGrp="1"/>
          </p:cNvSpPr>
          <p:nvPr>
            <p:ph type="title"/>
          </p:nvPr>
        </p:nvSpPr>
        <p:spPr>
          <a:xfrm>
            <a:off x="675957" y="370589"/>
            <a:ext cx="4735798" cy="830997"/>
          </a:xfrm>
        </p:spPr>
        <p:txBody>
          <a:bodyPr>
            <a:normAutofit/>
          </a:bodyPr>
          <a:lstStyle/>
          <a:p>
            <a:r>
              <a:rPr dirty="0" lang="en-IN" sz="4000"/>
              <a:t>Future scope</a:t>
            </a:r>
          </a:p>
        </p:txBody>
      </p:sp>
      <p:sp>
        <p:nvSpPr>
          <p:cNvPr id="7" name="Text Placeholder 30">
            <a:extLst>
              <a:ext uri="{FF2B5EF4-FFF2-40B4-BE49-F238E27FC236}">
                <a16:creationId xmlns:a16="http://schemas.microsoft.com/office/drawing/2014/main" id="{0ECBA111-BC46-2F19-4E5A-8078686874F7}"/>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99932128-2DC3-70ED-F50D-BD6538E6C48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2" name="TextBox 1">
            <a:extLst>
              <a:ext uri="{FF2B5EF4-FFF2-40B4-BE49-F238E27FC236}">
                <a16:creationId xmlns:a16="http://schemas.microsoft.com/office/drawing/2014/main" id="{08D61712-B473-C1AA-E88C-4729CF3FEB10}"/>
              </a:ext>
            </a:extLst>
          </p:cNvPr>
          <p:cNvSpPr txBox="1"/>
          <p:nvPr/>
        </p:nvSpPr>
        <p:spPr>
          <a:xfrm>
            <a:off x="802821" y="1197428"/>
            <a:ext cx="10477500" cy="5632311"/>
          </a:xfrm>
          <a:prstGeom prst="rect">
            <a:avLst/>
          </a:prstGeom>
          <a:noFill/>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r>
              <a:rPr dirty="0" lang="en-US"/>
              <a:t>1. </a:t>
            </a:r>
            <a:r>
              <a:rPr b="1" dirty="0" lang="en-US"/>
              <a:t>Advanced Predictive Modeling</a:t>
            </a:r>
          </a:p>
          <a:p>
            <a:pPr indent="-285750" marL="285750">
              <a:buFont typeface="Arial"/>
              <a:buChar char="•"/>
            </a:pPr>
            <a:r>
              <a:rPr b="1" dirty="0" lang="en-US">
                <a:ea typeface="+mn-lt"/>
                <a:cs typeface="+mn-lt"/>
              </a:rPr>
              <a:t>Yield Prediction Models:</a:t>
            </a:r>
            <a:r>
              <a:rPr dirty="0" lang="en-US">
                <a:ea typeface="+mn-lt"/>
                <a:cs typeface="+mn-lt"/>
              </a:rPr>
              <a:t> Develop advanced machine learning models (e.g., time series, neural networks) to predict crop yields more accurately for each season, considering environmental factors, resource inputs, and historical performance. This could incorporate satellite imagery and remote sensing data.</a:t>
            </a:r>
            <a:endParaRPr dirty="0" lang="en-US"/>
          </a:p>
          <a:p>
            <a:pPr indent="-285750" marL="285750">
              <a:buFont typeface="Arial"/>
              <a:buChar char="•"/>
            </a:pPr>
            <a:r>
              <a:rPr b="1" dirty="0" lang="en-US">
                <a:ea typeface="+mn-lt"/>
                <a:cs typeface="+mn-lt"/>
              </a:rPr>
              <a:t>Profitability Forecasting:</a:t>
            </a:r>
            <a:r>
              <a:rPr dirty="0" lang="en-US">
                <a:ea typeface="+mn-lt"/>
                <a:cs typeface="+mn-lt"/>
              </a:rPr>
              <a:t> Build models to forecast profitability for different crops and seasons, helping farmers make proactive decisions about planting and resource allocation.</a:t>
            </a:r>
            <a:endParaRPr dirty="0" lang="en-US"/>
          </a:p>
          <a:p>
            <a:pPr indent="-285750" marL="285750">
              <a:buFont typeface="Arial"/>
              <a:buChar char="•"/>
            </a:pPr>
            <a:r>
              <a:rPr b="1" dirty="0" lang="en-US">
                <a:ea typeface="+mn-lt"/>
                <a:cs typeface="+mn-lt"/>
              </a:rPr>
              <a:t>Disease/Pest Outbreak Prediction:</a:t>
            </a:r>
            <a:r>
              <a:rPr dirty="0" lang="en-US">
                <a:ea typeface="+mn-lt"/>
                <a:cs typeface="+mn-lt"/>
              </a:rPr>
              <a:t> Implement predictive models for disease and pest outbreaks based on seasonal environmental conditions, enabling early warning systems and targeted interventions.</a:t>
            </a:r>
            <a:endParaRPr dirty="0" lang="en-US"/>
          </a:p>
          <a:p>
            <a:pPr indent="-285750" marL="285750">
              <a:buFont typeface="Arial"/>
              <a:buChar char="•"/>
            </a:pPr>
            <a:endParaRPr dirty="0" lang="en-US"/>
          </a:p>
          <a:p>
            <a:r>
              <a:rPr dirty="0" lang="en-US"/>
              <a:t>2. </a:t>
            </a:r>
            <a:r>
              <a:rPr b="1" dirty="0" lang="en-US"/>
              <a:t>Integration with Real-time Data and IoT</a:t>
            </a:r>
          </a:p>
          <a:p>
            <a:pPr indent="-285750" marL="285750">
              <a:buFont typeface="Arial"/>
              <a:buChar char="•"/>
            </a:pPr>
            <a:r>
              <a:rPr b="1" dirty="0" lang="en-US">
                <a:ea typeface="+mn-lt"/>
                <a:cs typeface="+mn-lt"/>
              </a:rPr>
              <a:t>Sensor Integration:</a:t>
            </a:r>
            <a:r>
              <a:rPr dirty="0" lang="en-US">
                <a:ea typeface="+mn-lt"/>
                <a:cs typeface="+mn-lt"/>
              </a:rPr>
              <a:t> Integrate data from IoT sensors deployed in farms (e.g., soil moisture sensors, weather stations, smart irrigation systems) to provide real-time insights and enable dynamic adjustments to farming practices.</a:t>
            </a:r>
            <a:endParaRPr dirty="0" lang="en-US"/>
          </a:p>
          <a:p>
            <a:pPr indent="-285750" marL="285750">
              <a:buFont typeface="Arial"/>
              <a:buChar char="•"/>
            </a:pPr>
            <a:r>
              <a:rPr b="1" dirty="0" lang="en-US">
                <a:ea typeface="+mn-lt"/>
                <a:cs typeface="+mn-lt"/>
              </a:rPr>
              <a:t>Market Price Integration:</a:t>
            </a:r>
            <a:r>
              <a:rPr dirty="0" lang="en-US">
                <a:ea typeface="+mn-lt"/>
                <a:cs typeface="+mn-lt"/>
              </a:rPr>
              <a:t> Incorporate real-time market price data and demand forecasts to optimize harvest times and sales strategies for maximizing revenue.</a:t>
            </a:r>
            <a:endParaRPr dirty="0" lang="en-US"/>
          </a:p>
          <a:p>
            <a:pPr indent="-285750" marL="285750">
              <a:buFont typeface="Arial"/>
              <a:buChar char="•"/>
            </a:pPr>
            <a:r>
              <a:rPr b="1" dirty="0" lang="en-US">
                <a:ea typeface="+mn-lt"/>
                <a:cs typeface="+mn-lt"/>
              </a:rPr>
              <a:t>Supply Chain Optimization:</a:t>
            </a:r>
            <a:r>
              <a:rPr dirty="0" lang="en-US">
                <a:ea typeface="+mn-lt"/>
                <a:cs typeface="+mn-lt"/>
              </a:rPr>
              <a:t> Extend the analysis to optimize the agricultural supply chain, from farm to consumer, considering seasonal production variations and market demands.</a:t>
            </a:r>
            <a:endParaRPr dirty="0" lang="en-US"/>
          </a:p>
          <a:p>
            <a:endParaRPr dirty="0" lang="en-US"/>
          </a:p>
        </p:txBody>
      </p:sp>
    </p:spTree>
    <p:extLst>
      <p:ext uri="{BB962C8B-B14F-4D97-AF65-F5344CB8AC3E}">
        <p14:creationId xmlns:p14="http://schemas.microsoft.com/office/powerpoint/2010/main" val="65154219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5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2C5FECA-AD08-312F-49A5-D5E0D73399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00225C8-7672-D31F-DE5F-AA342D8A88A2}"/>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ECAAF0B-382F-7423-E9A3-4815FE9A205F}"/>
              </a:ext>
            </a:extLst>
          </p:cNvPr>
          <p:cNvSpPr>
            <a:spLocks noGrp="1"/>
          </p:cNvSpPr>
          <p:nvPr>
            <p:ph type="title"/>
          </p:nvPr>
        </p:nvSpPr>
        <p:spPr>
          <a:xfrm>
            <a:off x="675957" y="370589"/>
            <a:ext cx="4735798" cy="830997"/>
          </a:xfrm>
        </p:spPr>
        <p:txBody>
          <a:bodyPr>
            <a:normAutofit/>
          </a:bodyPr>
          <a:lstStyle/>
          <a:p>
            <a:r>
              <a:rPr dirty="0" lang="en-IN" sz="4000"/>
              <a:t>Future scope</a:t>
            </a:r>
          </a:p>
        </p:txBody>
      </p:sp>
      <p:sp>
        <p:nvSpPr>
          <p:cNvPr id="7" name="Text Placeholder 30">
            <a:extLst>
              <a:ext uri="{FF2B5EF4-FFF2-40B4-BE49-F238E27FC236}">
                <a16:creationId xmlns:a16="http://schemas.microsoft.com/office/drawing/2014/main" id="{A2852617-56BE-C445-85E4-7A9077516B96}"/>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C150DE50-213D-B979-5F6C-C068891D6D5B}"/>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2" name="TextBox 1">
            <a:extLst>
              <a:ext uri="{FF2B5EF4-FFF2-40B4-BE49-F238E27FC236}">
                <a16:creationId xmlns:a16="http://schemas.microsoft.com/office/drawing/2014/main" id="{9D68A772-FC7D-C7BC-33EA-C560253F95C6}"/>
              </a:ext>
            </a:extLst>
          </p:cNvPr>
          <p:cNvSpPr txBox="1"/>
          <p:nvPr/>
        </p:nvSpPr>
        <p:spPr>
          <a:xfrm>
            <a:off x="789214" y="1211035"/>
            <a:ext cx="10980964" cy="5078313"/>
          </a:xfrm>
          <a:prstGeom prst="rect">
            <a:avLst/>
          </a:prstGeom>
          <a:noFill/>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r>
              <a:rPr b="1" dirty="0" lang="en-US"/>
              <a:t>3. Economic and Policy Impact Analysis</a:t>
            </a:r>
          </a:p>
          <a:p>
            <a:pPr indent="-285750" marL="285750">
              <a:buFont typeface="Arial"/>
              <a:buChar char="•"/>
            </a:pPr>
            <a:r>
              <a:rPr b="1" dirty="0" lang="en-US">
                <a:ea typeface="+mn-lt"/>
                <a:cs typeface="+mn-lt"/>
              </a:rPr>
              <a:t>Cost-Benefit Analysis of Interventions:</a:t>
            </a:r>
            <a:r>
              <a:rPr dirty="0" lang="en-US">
                <a:ea typeface="+mn-lt"/>
                <a:cs typeface="+mn-lt"/>
              </a:rPr>
              <a:t> Conduct detailed cost-benefit analyses for recommended interventions (e.g., water-saving irrigation, specific crop varieties) to provide farmers and policymakers with clear economic justifications.</a:t>
            </a:r>
            <a:endParaRPr dirty="0" lang="en-US"/>
          </a:p>
          <a:p>
            <a:pPr indent="-285750" marL="285750">
              <a:buFont typeface="Arial"/>
              <a:buChar char="•"/>
            </a:pPr>
            <a:r>
              <a:rPr b="1" dirty="0" lang="en-US">
                <a:ea typeface="+mn-lt"/>
                <a:cs typeface="+mn-lt"/>
              </a:rPr>
              <a:t>Policy Simulation:</a:t>
            </a:r>
            <a:r>
              <a:rPr dirty="0" lang="en-US">
                <a:ea typeface="+mn-lt"/>
                <a:cs typeface="+mn-lt"/>
              </a:rPr>
              <a:t> Develop simulation models to assess the potential impact of different agricultural policies (e.g., subsidies for Zaid season crops, water usage regulations) on seasonal performance and farmer livelihoods.</a:t>
            </a:r>
            <a:endParaRPr dirty="0" lang="en-US"/>
          </a:p>
          <a:p>
            <a:pPr indent="-285750" marL="285750">
              <a:buFont typeface="Arial"/>
              <a:buChar char="•"/>
            </a:pPr>
            <a:r>
              <a:rPr b="1" dirty="0" lang="en-US">
                <a:ea typeface="+mn-lt"/>
                <a:cs typeface="+mn-lt"/>
              </a:rPr>
              <a:t>Risk Management Tools:</a:t>
            </a:r>
            <a:r>
              <a:rPr dirty="0" lang="en-US">
                <a:ea typeface="+mn-lt"/>
                <a:cs typeface="+mn-lt"/>
              </a:rPr>
              <a:t> Create tools to help farmers assess and mitigate risks associated with seasonal variability, including climate change impacts and market volatility.</a:t>
            </a:r>
            <a:endParaRPr dirty="0" lang="en-US"/>
          </a:p>
          <a:p>
            <a:pPr indent="-285750" marL="285750">
              <a:buFont typeface="Arial"/>
              <a:buChar char="•"/>
            </a:pPr>
            <a:endParaRPr dirty="0" lang="en-US"/>
          </a:p>
          <a:p>
            <a:r>
              <a:rPr b="1" dirty="0" lang="en-US"/>
              <a:t>4. Decision Support Systems and Farmer Outreach</a:t>
            </a:r>
          </a:p>
          <a:p>
            <a:pPr indent="-285750" marL="285750">
              <a:buFont typeface="Arial"/>
              <a:buChar char="•"/>
            </a:pPr>
            <a:r>
              <a:rPr b="1" dirty="0" lang="en-US">
                <a:ea typeface="+mn-lt"/>
                <a:cs typeface="+mn-lt"/>
              </a:rPr>
              <a:t>Interactive Dashboards:</a:t>
            </a:r>
            <a:r>
              <a:rPr dirty="0" lang="en-US">
                <a:ea typeface="+mn-lt"/>
                <a:cs typeface="+mn-lt"/>
              </a:rPr>
              <a:t> Develop user-friendly interactive dashboards that visualize seasonal insights and provide actionable recommendations for farmers, policymakers, and agri-businesses.</a:t>
            </a:r>
            <a:endParaRPr dirty="0" lang="en-US"/>
          </a:p>
          <a:p>
            <a:pPr indent="-285750" marL="285750">
              <a:buFont typeface="Arial"/>
              <a:buChar char="•"/>
            </a:pPr>
            <a:r>
              <a:rPr b="1" dirty="0" lang="en-US">
                <a:ea typeface="+mn-lt"/>
                <a:cs typeface="+mn-lt"/>
              </a:rPr>
              <a:t>Mobile Applications:</a:t>
            </a:r>
            <a:r>
              <a:rPr dirty="0" lang="en-US">
                <a:ea typeface="+mn-lt"/>
                <a:cs typeface="+mn-lt"/>
              </a:rPr>
              <a:t> Create mobile applications to deliver personalized advice to farmers based on their location, crop, and current seasonal conditions.</a:t>
            </a:r>
            <a:endParaRPr dirty="0" lang="en-US"/>
          </a:p>
          <a:p>
            <a:pPr indent="-285750" marL="285750">
              <a:buFont typeface="Arial"/>
              <a:buChar char="•"/>
            </a:pPr>
            <a:r>
              <a:rPr b="1" dirty="0" lang="en-US">
                <a:ea typeface="+mn-lt"/>
                <a:cs typeface="+mn-lt"/>
              </a:rPr>
              <a:t>Educational Programs:</a:t>
            </a:r>
            <a:r>
              <a:rPr dirty="0" lang="en-US">
                <a:ea typeface="+mn-lt"/>
                <a:cs typeface="+mn-lt"/>
              </a:rPr>
              <a:t> Partner with agricultural extension services to develop educational programs that disseminate these data-driven insights and best practices to a wider farming community.</a:t>
            </a:r>
            <a:endParaRPr dirty="0" lang="en-US"/>
          </a:p>
          <a:p>
            <a:endParaRPr dirty="0" lang="en-US"/>
          </a:p>
        </p:txBody>
      </p:sp>
    </p:spTree>
    <p:extLst>
      <p:ext uri="{BB962C8B-B14F-4D97-AF65-F5344CB8AC3E}">
        <p14:creationId xmlns:p14="http://schemas.microsoft.com/office/powerpoint/2010/main" val="296527386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54.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dirty="0" lang="en-IN" sz="400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sp>
        <p:nvSpPr>
          <p:cNvPr id="2" name="TextBox 1">
            <a:extLst>
              <a:ext uri="{FF2B5EF4-FFF2-40B4-BE49-F238E27FC236}">
                <a16:creationId xmlns:a16="http://schemas.microsoft.com/office/drawing/2014/main" id="{28D09AA4-186A-C3A4-0014-E50A8261FE65}"/>
              </a:ext>
            </a:extLst>
          </p:cNvPr>
          <p:cNvSpPr txBox="1"/>
          <p:nvPr/>
        </p:nvSpPr>
        <p:spPr>
          <a:xfrm>
            <a:off x="519248" y="2749912"/>
            <a:ext cx="9783535" cy="369332"/>
          </a:xfrm>
          <a:prstGeom prst="rect">
            <a:avLst/>
          </a:prstGeom>
          <a:noFill/>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r>
              <a:rPr dirty="0" lang="en-US">
                <a:ea typeface="+mn-lt"/>
                <a:cs typeface="+mn-lt"/>
                <a:hlinkClick r:id="rId3"/>
              </a:rPr>
              <a:t>https://github.com/Adrika-Chattopadhyay/Seasonal-Agriculture-Performance-Analysis.git</a:t>
            </a:r>
            <a:r>
              <a:rPr dirty="0" lang="en-US">
                <a:ea typeface="+mn-lt"/>
                <a:cs typeface="+mn-lt"/>
              </a:rPr>
              <a:t> </a:t>
            </a:r>
            <a:endParaRPr lang="en-US">
              <a:ea typeface="+mn-lt"/>
              <a:cs typeface="+mn-lt"/>
            </a:endParaRPr>
          </a:p>
        </p:txBody>
      </p:sp>
    </p:spTree>
    <p:extLst>
      <p:ext uri="{BB962C8B-B14F-4D97-AF65-F5344CB8AC3E}">
        <p14:creationId xmlns:p14="http://schemas.microsoft.com/office/powerpoint/2010/main" val="386361042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7"/>
                                        </p:tgtEl>
                                        <p:attrNameLst>
                                          <p:attrName>style.visibility</p:attrName>
                                        </p:attrNameLst>
                                      </p:cBhvr>
                                      <p:to>
                                        <p:strVal val="visible"/>
                                      </p:to>
                                    </p:set>
                                    <p:animEffect filter="fade" transition="in">
                                      <p:cBhvr>
                                        <p:cTn dur="1000" id="14"/>
                                        <p:tgtEl>
                                          <p:spTgt spid="7"/>
                                        </p:tgtEl>
                                      </p:cBhvr>
                                    </p:animEffect>
                                    <p:anim calcmode="lin" valueType="num">
                                      <p:cBhvr>
                                        <p:cTn dur="1000" fill="hold" id="15"/>
                                        <p:tgtEl>
                                          <p:spTgt spid="7"/>
                                        </p:tgtEl>
                                        <p:attrNameLst>
                                          <p:attrName>ppt_x</p:attrName>
                                        </p:attrNameLst>
                                      </p:cBhvr>
                                      <p:tavLst>
                                        <p:tav tm="0">
                                          <p:val>
                                            <p:strVal val="#ppt_x"/>
                                          </p:val>
                                        </p:tav>
                                        <p:tav tm="100000">
                                          <p:val>
                                            <p:strVal val="#ppt_x"/>
                                          </p:val>
                                        </p:tav>
                                      </p:tavLst>
                                    </p:anim>
                                    <p:anim calcmode="lin" valueType="num">
                                      <p:cBhvr>
                                        <p:cTn dur="1000" fill="hold" id="16"/>
                                        <p:tgtEl>
                                          <p:spTgt spid="7"/>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delay="0" evt="begin">
                                      <p:tn val="19"/>
                                    </p:cond>
                                  </p:endCondLst>
                                  <p:childTnLst>
                                    <p:set>
                                      <p:cBhvr>
                                        <p:cTn dur="1" fill="hold" id="20">
                                          <p:stCondLst>
                                            <p:cond delay="0"/>
                                          </p:stCondLst>
                                        </p:cTn>
                                        <p:tgtEl>
                                          <p:spTgt spid="8"/>
                                        </p:tgtEl>
                                        <p:attrNameLst>
                                          <p:attrName>style.visibility</p:attrName>
                                        </p:attrNameLst>
                                      </p:cBhvr>
                                      <p:to>
                                        <p:strVal val="visible"/>
                                      </p:to>
                                    </p:set>
                                    <p:animEffect filter="fade" transition="in">
                                      <p:cBhvr>
                                        <p:cTn dur="1000" id="21"/>
                                        <p:tgtEl>
                                          <p:spTgt spid="8"/>
                                        </p:tgtEl>
                                      </p:cBhvr>
                                    </p:animEffect>
                                    <p:anim calcmode="lin" valueType="num">
                                      <p:cBhvr>
                                        <p:cTn dur="1000" fill="hold" id="22"/>
                                        <p:tgtEl>
                                          <p:spTgt spid="8"/>
                                        </p:tgtEl>
                                        <p:attrNameLst>
                                          <p:attrName>ppt_x</p:attrName>
                                        </p:attrNameLst>
                                      </p:cBhvr>
                                      <p:tavLst>
                                        <p:tav tm="0">
                                          <p:val>
                                            <p:strVal val="#ppt_x"/>
                                          </p:val>
                                        </p:tav>
                                        <p:tav tm="100000">
                                          <p:val>
                                            <p:strVal val="#ppt_x"/>
                                          </p:val>
                                        </p:tav>
                                      </p:tavLst>
                                    </p:anim>
                                    <p:anim calcmode="lin" valueType="num">
                                      <p:cBhvr>
                                        <p:cTn dur="1000" fill="hold" id="23"/>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P grpId="0" spid="8"/>
    </p:bldLst>
  </p:timing>
</p:sld>
</file>

<file path=ppt/slides/slide155.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238067"/>
            <a:ext cx="7832345" cy="906744"/>
          </a:xfrm>
        </p:spPr>
        <p:txBody>
          <a:bodyPr>
            <a:normAutofit fontScale="90000"/>
          </a:bodyPr>
          <a:lstStyle/>
          <a:p>
            <a:r>
              <a:rPr dirty="0" lang="en-IN" sz="3200"/>
              <a:t>VOIS Course completion certificate - </a:t>
            </a:r>
            <a:br>
              <a:rPr dirty="0" lang="en-IN" sz="3200"/>
            </a:br>
            <a:r>
              <a:rPr dirty="0" lang="en-IN" sz="3200"/>
              <a:t>Course name- Data Visualization </a:t>
            </a: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sz="2000"/>
          </a:p>
        </p:txBody>
      </p:sp>
      <p:pic>
        <p:nvPicPr>
          <p:cNvPr id="6" name="Picture 5">
            <a:extLst>
              <a:ext uri="{FF2B5EF4-FFF2-40B4-BE49-F238E27FC236}">
                <a16:creationId xmlns:a16="http://schemas.microsoft.com/office/drawing/2014/main" id="{A87FF684-B81B-EB70-2459-AD29C0E0D2BA}"/>
              </a:ext>
            </a:extLst>
          </p:cNvPr>
          <p:cNvPicPr>
            <a:picLocks noChangeAspect="1"/>
          </p:cNvPicPr>
          <p:nvPr/>
        </p:nvPicPr>
        <p:blipFill>
          <a:blip r:embed="rId3"/>
          <a:stretch>
            <a:fillRect/>
          </a:stretch>
        </p:blipFill>
        <p:spPr>
          <a:xfrm>
            <a:off x="2024494" y="1148522"/>
            <a:ext cx="7977361" cy="5588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4"/>
                                        </p:tgtEl>
                                        <p:attrNameLst>
                                          <p:attrName>style.visibility</p:attrName>
                                        </p:attrNameLst>
                                      </p:cBhvr>
                                      <p:to>
                                        <p:strVal val="visible"/>
                                      </p:to>
                                    </p:set>
                                    <p:anim calcmode="lin" valueType="num">
                                      <p:cBhvr>
                                        <p:cTn dur="500" fill="hold" id="7"/>
                                        <p:tgtEl>
                                          <p:spTgt spid="4"/>
                                        </p:tgtEl>
                                        <p:attrNameLst>
                                          <p:attrName>ppt_w</p:attrName>
                                        </p:attrNameLst>
                                      </p:cBhvr>
                                      <p:tavLst>
                                        <p:tav tm="0">
                                          <p:val>
                                            <p:fltVal val="0"/>
                                          </p:val>
                                        </p:tav>
                                        <p:tav tm="100000">
                                          <p:val>
                                            <p:strVal val="#ppt_w"/>
                                          </p:val>
                                        </p:tav>
                                      </p:tavLst>
                                    </p:anim>
                                    <p:anim calcmode="lin" valueType="num">
                                      <p:cBhvr>
                                        <p:cTn dur="500" fill="hold" id="8"/>
                                        <p:tgtEl>
                                          <p:spTgt spid="4"/>
                                        </p:tgtEl>
                                        <p:attrNameLst>
                                          <p:attrName>ppt_h</p:attrName>
                                        </p:attrNameLst>
                                      </p:cBhvr>
                                      <p:tavLst>
                                        <p:tav tm="0">
                                          <p:val>
                                            <p:fltVal val="0"/>
                                          </p:val>
                                        </p:tav>
                                        <p:tav tm="100000">
                                          <p:val>
                                            <p:strVal val="#ppt_h"/>
                                          </p:val>
                                        </p:tav>
                                      </p:tavLst>
                                    </p:anim>
                                    <p:animEffect filter="fade" transition="in">
                                      <p:cBhvr>
                                        <p:cTn dur="500" id="9"/>
                                        <p:tgtEl>
                                          <p:spTgt spid="4"/>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delay="0" evt="begin">
                                      <p:tn val="12"/>
                                    </p:cond>
                                  </p:endCondLst>
                                  <p:childTnLst>
                                    <p:set>
                                      <p:cBhvr>
                                        <p:cTn dur="1" fill="hold" id="13">
                                          <p:stCondLst>
                                            <p:cond delay="0"/>
                                          </p:stCondLst>
                                        </p:cTn>
                                        <p:tgtEl>
                                          <p:spTgt spid="8"/>
                                        </p:tgtEl>
                                        <p:attrNameLst>
                                          <p:attrName>style.visibility</p:attrName>
                                        </p:attrNameLst>
                                      </p:cBhvr>
                                      <p:to>
                                        <p:strVal val="visible"/>
                                      </p:to>
                                    </p:set>
                                    <p:animEffect filter="fade" transition="in">
                                      <p:cBhvr>
                                        <p:cTn dur="1000" id="14"/>
                                        <p:tgtEl>
                                          <p:spTgt spid="8"/>
                                        </p:tgtEl>
                                      </p:cBhvr>
                                    </p:animEffect>
                                    <p:anim calcmode="lin" valueType="num">
                                      <p:cBhvr>
                                        <p:cTn dur="1000" fill="hold" id="15"/>
                                        <p:tgtEl>
                                          <p:spTgt spid="8"/>
                                        </p:tgtEl>
                                        <p:attrNameLst>
                                          <p:attrName>ppt_x</p:attrName>
                                        </p:attrNameLst>
                                      </p:cBhvr>
                                      <p:tavLst>
                                        <p:tav tm="0">
                                          <p:val>
                                            <p:strVal val="#ppt_x"/>
                                          </p:val>
                                        </p:tav>
                                        <p:tav tm="100000">
                                          <p:val>
                                            <p:strVal val="#ppt_x"/>
                                          </p:val>
                                        </p:tav>
                                      </p:tavLst>
                                    </p:anim>
                                    <p:anim calcmode="lin" valueType="num">
                                      <p:cBhvr>
                                        <p:cTn dur="1000" fill="hold" id="16"/>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1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b="1" dirty="0" lang="en-US" sz="480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idx="13" sz="quarter" type="body"/>
          </p:nvPr>
        </p:nvSpPr>
        <p:spPr>
          <a:xfrm>
            <a:off x="3727865" y="4641925"/>
            <a:ext cx="2139695" cy="1108635"/>
          </a:xfrm>
        </p:spPr>
        <p:txBody>
          <a:bodyPr>
            <a:normAutofit/>
          </a:bodyPr>
          <a:lstStyle/>
          <a:p>
            <a:r>
              <a:rPr dirty="0" lang="en-US"/>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bIns="45720" lIns="91440" rIns="91440" rtlCol="0" tIns="45720" vert="horz">
            <a:normAutofit lnSpcReduction="10000"/>
          </a:bodyPr>
          <a:lstStyle>
            <a:lvl1pPr algn="ctr" defTabSz="457200" eaLnBrk="1" hangingPunct="1" indent="0" latinLnBrk="0" marL="0" rtl="0">
              <a:spcBef>
                <a:spcPts val="1000"/>
              </a:spcBef>
              <a:spcAft>
                <a:spcPts val="0"/>
              </a:spcAft>
              <a:buClr>
                <a:schemeClr val="accent1"/>
              </a:buClr>
              <a:buSzPct val="80000"/>
              <a:buFont charset="2" typeface="Wingdings 3"/>
              <a:buNone/>
              <a:defRPr b="1" dirty="0" kern="1200" lang="en-US" smtClean="0" sz="2000">
                <a:solidFill>
                  <a:schemeClr val="accent4"/>
                </a:solidFill>
                <a:latin typeface="+mj-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IN" sz="240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b="1" dirty="0" kern="1200" lang="en-US" smtClean="0" sz="2000">
                <a:solidFill>
                  <a:schemeClr val="accent4"/>
                </a:solidFill>
                <a:latin typeface="+mj-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IN" sz="220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b="1" dirty="0" kern="1200" lang="en-US" smtClean="0" sz="2000">
                <a:solidFill>
                  <a:schemeClr val="accent4"/>
                </a:solidFill>
                <a:latin typeface="+mj-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IN" sz="220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endParaRPr dirty="0" lang="en-GB"/>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charset="2" typeface="Wingdings 3"/>
              <a:buNone/>
              <a:defRPr dirty="0" kern="1200" lang="en-US" smtClean="0" sz="160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charset="2" typeface="Wingdings 3"/>
              <a:buChar char=""/>
              <a:defRPr kern="1200" sz="16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charset="2" typeface="Wingdings 3"/>
              <a:buChar char=""/>
              <a:defRPr kern="1200" sz="14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9pPr>
          </a:lstStyle>
          <a:p>
            <a:r>
              <a:rPr dirty="0" lang="en-GB"/>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4525"/>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idx="12" sz="quarter" type="body"/>
          </p:nvPr>
        </p:nvSpPr>
        <p:spPr>
          <a:xfrm>
            <a:off x="2447419" y="1526350"/>
            <a:ext cx="7511433" cy="4866963"/>
          </a:xfrm>
        </p:spPr>
        <p:txBody>
          <a:bodyPr anchor="t" bIns="45720" lIns="91440" rIns="91440" rtlCol="0" tIns="45720" vert="horz">
            <a:noAutofit/>
          </a:bodyPr>
          <a:lstStyle/>
          <a:p>
            <a:pPr algn="just">
              <a:lnSpc>
                <a:spcPct val="150000"/>
              </a:lnSpc>
            </a:pPr>
            <a:r>
              <a:rPr b="0" lang="en-IN" sz="2800">
                <a:solidFill>
                  <a:schemeClr val="tx1"/>
                </a:solidFill>
              </a:rPr>
              <a:t>I sincerely thank my mentors for their guidance and support throughout this data analytics internship. I am grateful to the organisation for providing me with the opportunity to apply my skills in a practical setting, which has greatly enhanced my learning and professional growth.</a:t>
            </a:r>
            <a:endParaRPr lang="en-US">
              <a:solidFill>
                <a:schemeClr val="tx1"/>
              </a:solidFill>
            </a:endParaRPr>
          </a:p>
          <a:p>
            <a:pPr algn="just"/>
            <a:endParaRPr dirty="0" lang="en-IN"/>
          </a:p>
        </p:txBody>
      </p:sp>
    </p:spTree>
    <p:extLst>
      <p:ext uri="{BB962C8B-B14F-4D97-AF65-F5344CB8AC3E}">
        <p14:creationId xmlns:p14="http://schemas.microsoft.com/office/powerpoint/2010/main" val="340174871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3"/>
                                        </p:tgtEl>
                                        <p:attrNameLst>
                                          <p:attrName>style.visibility</p:attrName>
                                        </p:attrNameLst>
                                      </p:cBhvr>
                                      <p:to>
                                        <p:strVal val="visible"/>
                                      </p:to>
                                    </p:set>
                                    <p:anim calcmode="lin" valueType="num">
                                      <p:cBhvr>
                                        <p:cTn dur="500" fill="hold" id="7"/>
                                        <p:tgtEl>
                                          <p:spTgt spid="3"/>
                                        </p:tgtEl>
                                        <p:attrNameLst>
                                          <p:attrName>ppt_w</p:attrName>
                                        </p:attrNameLst>
                                      </p:cBhvr>
                                      <p:tavLst>
                                        <p:tav tm="0">
                                          <p:val>
                                            <p:fltVal val="0"/>
                                          </p:val>
                                        </p:tav>
                                        <p:tav tm="100000">
                                          <p:val>
                                            <p:strVal val="#ppt_w"/>
                                          </p:val>
                                        </p:tav>
                                      </p:tavLst>
                                    </p:anim>
                                    <p:anim calcmode="lin" valueType="num">
                                      <p:cBhvr>
                                        <p:cTn dur="500" fill="hold" id="8"/>
                                        <p:tgtEl>
                                          <p:spTgt spid="3"/>
                                        </p:tgtEl>
                                        <p:attrNameLst>
                                          <p:attrName>ppt_h</p:attrName>
                                        </p:attrNameLst>
                                      </p:cBhvr>
                                      <p:tavLst>
                                        <p:tav tm="0">
                                          <p:val>
                                            <p:fltVal val="0"/>
                                          </p:val>
                                        </p:tav>
                                        <p:tav tm="100000">
                                          <p:val>
                                            <p:strVal val="#ppt_h"/>
                                          </p:val>
                                        </p:tav>
                                      </p:tavLst>
                                    </p:anim>
                                    <p:animEffect filter="fade" transition="in">
                                      <p:cBhvr>
                                        <p:cTn dur="500" id="9"/>
                                        <p:tgtEl>
                                          <p:spTgt spid="3"/>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12" presetSubtype="4">
                                  <p:stCondLst>
                                    <p:cond delay="0"/>
                                  </p:stCondLst>
                                  <p:endCondLst>
                                    <p:cond delay="0" evt="begin">
                                      <p:tn val="12"/>
                                    </p:cond>
                                  </p:endCondLst>
                                  <p:childTnLst>
                                    <p:set>
                                      <p:cBhvr>
                                        <p:cTn dur="1" fill="hold" id="13">
                                          <p:stCondLst>
                                            <p:cond delay="0"/>
                                          </p:stCondLst>
                                        </p:cTn>
                                        <p:tgtEl>
                                          <p:spTgt spid="17"/>
                                        </p:tgtEl>
                                        <p:attrNameLst>
                                          <p:attrName>style.visibility</p:attrName>
                                        </p:attrNameLst>
                                      </p:cBhvr>
                                      <p:to>
                                        <p:strVal val="visible"/>
                                      </p:to>
                                    </p:set>
                                    <p:anim calcmode="lin" valueType="num">
                                      <p:cBhvr additive="base">
                                        <p:cTn dur="500" id="14"/>
                                        <p:tgtEl>
                                          <p:spTgt spid="17"/>
                                        </p:tgtEl>
                                        <p:attrNameLst>
                                          <p:attrName>ppt_y</p:attrName>
                                        </p:attrNameLst>
                                      </p:cBhvr>
                                      <p:tavLst>
                                        <p:tav tm="0">
                                          <p:val>
                                            <p:strVal val="#ppt_y+#ppt_h*1.125000"/>
                                          </p:val>
                                        </p:tav>
                                        <p:tav tm="100000">
                                          <p:val>
                                            <p:strVal val="#ppt_y"/>
                                          </p:val>
                                        </p:tav>
                                      </p:tavLst>
                                    </p:anim>
                                    <p:animEffect filter="wipe(up)" transition="in">
                                      <p:cBhvr>
                                        <p:cTn dur="500" id="15"/>
                                        <p:tgtEl>
                                          <p:spTgt spid="17"/>
                                        </p:tgtEl>
                                      </p:cBhvr>
                                    </p:animEffect>
                                  </p:childTnLst>
                                </p:cTn>
                              </p:par>
                            </p:childTnLst>
                          </p:cTn>
                        </p:par>
                      </p:childTnLst>
                    </p:cTn>
                  </p:par>
                  <p:par>
                    <p:cTn fill="hold" id="16">
                      <p:stCondLst>
                        <p:cond delay="indefinite"/>
                      </p:stCondLst>
                      <p:childTnLst>
                        <p:par>
                          <p:cTn fill="hold" id="17">
                            <p:stCondLst>
                              <p:cond delay="0"/>
                            </p:stCondLst>
                            <p:childTnLst>
                              <p:par>
                                <p:cTn fill="hold" grpId="0" id="18" nodeType="clickEffect" presetClass="entr" presetID="12" presetSubtype="4">
                                  <p:stCondLst>
                                    <p:cond delay="0"/>
                                  </p:stCondLst>
                                  <p:childTnLst>
                                    <p:set>
                                      <p:cBhvr>
                                        <p:cTn dur="1" fill="hold" id="19">
                                          <p:stCondLst>
                                            <p:cond delay="0"/>
                                          </p:stCondLst>
                                        </p:cTn>
                                        <p:tgtEl>
                                          <p:spTgt spid="31">
                                            <p:txEl>
                                              <p:pRg end="0" st="0"/>
                                            </p:txEl>
                                          </p:spTgt>
                                        </p:tgtEl>
                                        <p:attrNameLst>
                                          <p:attrName>style.visibility</p:attrName>
                                        </p:attrNameLst>
                                      </p:cBhvr>
                                      <p:to>
                                        <p:strVal val="visible"/>
                                      </p:to>
                                    </p:set>
                                    <p:anim calcmode="lin" valueType="num">
                                      <p:cBhvr additive="base">
                                        <p:cTn dur="500" id="20"/>
                                        <p:tgtEl>
                                          <p:spTgt spid="31">
                                            <p:txEl>
                                              <p:pRg end="0" st="0"/>
                                            </p:txEl>
                                          </p:spTgt>
                                        </p:tgtEl>
                                        <p:attrNameLst>
                                          <p:attrName>ppt_y</p:attrName>
                                        </p:attrNameLst>
                                      </p:cBhvr>
                                      <p:tavLst>
                                        <p:tav tm="0">
                                          <p:val>
                                            <p:strVal val="#ppt_y+#ppt_h*1.125000"/>
                                          </p:val>
                                        </p:tav>
                                        <p:tav tm="100000">
                                          <p:val>
                                            <p:strVal val="#ppt_y"/>
                                          </p:val>
                                        </p:tav>
                                      </p:tavLst>
                                    </p:anim>
                                    <p:animEffect filter="wipe(up)" transition="in">
                                      <p:cBhvr>
                                        <p:cTn dur="500" id="21"/>
                                        <p:tgtEl>
                                          <p:spTgt spid="31">
                                            <p:txEl>
                                              <p:pRg end="0" st="0"/>
                                            </p:txEl>
                                          </p:spTgt>
                                        </p:tgtEl>
                                      </p:cBhvr>
                                    </p:animEffect>
                                  </p:childTnLst>
                                </p:cTn>
                              </p:par>
                            </p:childTnLst>
                          </p:cTn>
                        </p:par>
                      </p:childTnLst>
                    </p:cTn>
                  </p:par>
                  <p:par>
                    <p:cTn fill="hold" id="22">
                      <p:stCondLst>
                        <p:cond delay="indefinite"/>
                      </p:stCondLst>
                      <p:childTnLst>
                        <p:par>
                          <p:cTn fill="hold" id="23">
                            <p:stCondLst>
                              <p:cond delay="0"/>
                            </p:stCondLst>
                            <p:childTnLst>
                              <p:par>
                                <p:cTn fill="hold" grpId="0" id="24" nodePh="1" nodeType="clickEffect" presetClass="entr" presetID="12" presetSubtype="4">
                                  <p:stCondLst>
                                    <p:cond delay="0"/>
                                  </p:stCondLst>
                                  <p:endCondLst>
                                    <p:cond delay="0" evt="begin">
                                      <p:tn val="24"/>
                                    </p:cond>
                                  </p:endCondLst>
                                  <p:childTnLst>
                                    <p:set>
                                      <p:cBhvr>
                                        <p:cTn dur="1" fill="hold" id="25">
                                          <p:stCondLst>
                                            <p:cond delay="0"/>
                                          </p:stCondLst>
                                        </p:cTn>
                                        <p:tgtEl>
                                          <p:spTgt spid="20"/>
                                        </p:tgtEl>
                                        <p:attrNameLst>
                                          <p:attrName>style.visibility</p:attrName>
                                        </p:attrNameLst>
                                      </p:cBhvr>
                                      <p:to>
                                        <p:strVal val="visible"/>
                                      </p:to>
                                    </p:set>
                                    <p:anim calcmode="lin" valueType="num">
                                      <p:cBhvr additive="base">
                                        <p:cTn dur="500" id="26"/>
                                        <p:tgtEl>
                                          <p:spTgt spid="20"/>
                                        </p:tgtEl>
                                        <p:attrNameLst>
                                          <p:attrName>ppt_y</p:attrName>
                                        </p:attrNameLst>
                                      </p:cBhvr>
                                      <p:tavLst>
                                        <p:tav tm="0">
                                          <p:val>
                                            <p:strVal val="#ppt_y+#ppt_h*1.125000"/>
                                          </p:val>
                                        </p:tav>
                                        <p:tav tm="100000">
                                          <p:val>
                                            <p:strVal val="#ppt_y"/>
                                          </p:val>
                                        </p:tav>
                                      </p:tavLst>
                                    </p:anim>
                                    <p:animEffect filter="wipe(up)" transition="in">
                                      <p:cBhvr>
                                        <p:cTn dur="500" id="27"/>
                                        <p:tgtEl>
                                          <p:spTgt spid="20"/>
                                        </p:tgtEl>
                                      </p:cBhvr>
                                    </p:animEffect>
                                  </p:childTnLst>
                                </p:cTn>
                              </p:par>
                            </p:childTnLst>
                          </p:cTn>
                        </p:par>
                      </p:childTnLst>
                    </p:cTn>
                  </p:par>
                  <p:par>
                    <p:cTn fill="hold" id="28">
                      <p:stCondLst>
                        <p:cond delay="indefinite"/>
                      </p:stCondLst>
                      <p:childTnLst>
                        <p:par>
                          <p:cTn fill="hold" id="29">
                            <p:stCondLst>
                              <p:cond delay="0"/>
                            </p:stCondLst>
                            <p:childTnLst>
                              <p:par>
                                <p:cTn fill="hold" grpId="0" id="30" nodePh="1" nodeType="clickEffect" presetClass="entr" presetID="12" presetSubtype="4">
                                  <p:stCondLst>
                                    <p:cond delay="0"/>
                                  </p:stCondLst>
                                  <p:endCondLst>
                                    <p:cond delay="0" evt="begin">
                                      <p:tn val="30"/>
                                    </p:cond>
                                  </p:endCondLst>
                                  <p:childTnLst>
                                    <p:set>
                                      <p:cBhvr>
                                        <p:cTn dur="1" fill="hold" id="31">
                                          <p:stCondLst>
                                            <p:cond delay="0"/>
                                          </p:stCondLst>
                                        </p:cTn>
                                        <p:tgtEl>
                                          <p:spTgt spid="30"/>
                                        </p:tgtEl>
                                        <p:attrNameLst>
                                          <p:attrName>style.visibility</p:attrName>
                                        </p:attrNameLst>
                                      </p:cBhvr>
                                      <p:to>
                                        <p:strVal val="visible"/>
                                      </p:to>
                                    </p:set>
                                    <p:anim calcmode="lin" valueType="num">
                                      <p:cBhvr additive="base">
                                        <p:cTn dur="500" id="32"/>
                                        <p:tgtEl>
                                          <p:spTgt spid="30"/>
                                        </p:tgtEl>
                                        <p:attrNameLst>
                                          <p:attrName>ppt_y</p:attrName>
                                        </p:attrNameLst>
                                      </p:cBhvr>
                                      <p:tavLst>
                                        <p:tav tm="0">
                                          <p:val>
                                            <p:strVal val="#ppt_y+#ppt_h*1.125000"/>
                                          </p:val>
                                        </p:tav>
                                        <p:tav tm="100000">
                                          <p:val>
                                            <p:strVal val="#ppt_y"/>
                                          </p:val>
                                        </p:tav>
                                      </p:tavLst>
                                    </p:anim>
                                    <p:animEffect filter="wipe(up)" transition="in">
                                      <p:cBhvr>
                                        <p:cTn dur="500" id="33"/>
                                        <p:tgtEl>
                                          <p:spTgt spid="30"/>
                                        </p:tgtEl>
                                      </p:cBhvr>
                                    </p:animEffect>
                                  </p:childTnLst>
                                </p:cTn>
                              </p:par>
                            </p:childTnLst>
                          </p:cTn>
                        </p:par>
                      </p:childTnLst>
                    </p:cTn>
                  </p:par>
                  <p:par>
                    <p:cTn fill="hold" id="34">
                      <p:stCondLst>
                        <p:cond delay="indefinite"/>
                      </p:stCondLst>
                      <p:childTnLst>
                        <p:par>
                          <p:cTn fill="hold" id="35">
                            <p:stCondLst>
                              <p:cond delay="0"/>
                            </p:stCondLst>
                            <p:childTnLst>
                              <p:par>
                                <p:cTn fill="hold" grpId="0" id="36" nodePh="1" nodeType="clickEffect" presetClass="entr" presetID="12" presetSubtype="4">
                                  <p:stCondLst>
                                    <p:cond delay="0"/>
                                  </p:stCondLst>
                                  <p:endCondLst>
                                    <p:cond delay="0" evt="begin">
                                      <p:tn val="36"/>
                                    </p:cond>
                                  </p:endCondLst>
                                  <p:childTnLst>
                                    <p:set>
                                      <p:cBhvr>
                                        <p:cTn dur="1" fill="hold" id="37">
                                          <p:stCondLst>
                                            <p:cond delay="0"/>
                                          </p:stCondLst>
                                        </p:cTn>
                                        <p:tgtEl>
                                          <p:spTgt spid="23"/>
                                        </p:tgtEl>
                                        <p:attrNameLst>
                                          <p:attrName>style.visibility</p:attrName>
                                        </p:attrNameLst>
                                      </p:cBhvr>
                                      <p:to>
                                        <p:strVal val="visible"/>
                                      </p:to>
                                    </p:set>
                                    <p:anim calcmode="lin" valueType="num">
                                      <p:cBhvr additive="base">
                                        <p:cTn dur="500" id="38"/>
                                        <p:tgtEl>
                                          <p:spTgt spid="23"/>
                                        </p:tgtEl>
                                        <p:attrNameLst>
                                          <p:attrName>ppt_y</p:attrName>
                                        </p:attrNameLst>
                                      </p:cBhvr>
                                      <p:tavLst>
                                        <p:tav tm="0">
                                          <p:val>
                                            <p:strVal val="#ppt_y+#ppt_h*1.125000"/>
                                          </p:val>
                                        </p:tav>
                                        <p:tav tm="100000">
                                          <p:val>
                                            <p:strVal val="#ppt_y"/>
                                          </p:val>
                                        </p:tav>
                                      </p:tavLst>
                                    </p:anim>
                                    <p:animEffect filter="wipe(up)" transition="in">
                                      <p:cBhvr>
                                        <p:cTn dur="500" id="39"/>
                                        <p:tgtEl>
                                          <p:spTgt spid="23"/>
                                        </p:tgtEl>
                                      </p:cBhvr>
                                    </p:animEffect>
                                  </p:childTnLst>
                                </p:cTn>
                              </p:par>
                            </p:childTnLst>
                          </p:cTn>
                        </p:par>
                      </p:childTnLst>
                    </p:cTn>
                  </p:par>
                  <p:par>
                    <p:cTn fill="hold" id="40">
                      <p:stCondLst>
                        <p:cond delay="indefinite"/>
                      </p:stCondLst>
                      <p:childTnLst>
                        <p:par>
                          <p:cTn fill="hold" id="41">
                            <p:stCondLst>
                              <p:cond delay="0"/>
                            </p:stCondLst>
                            <p:childTnLst>
                              <p:par>
                                <p:cTn fill="hold" grpId="0" id="42" nodeType="clickEffect" presetClass="entr" presetID="12" presetSubtype="4">
                                  <p:stCondLst>
                                    <p:cond delay="0"/>
                                  </p:stCondLst>
                                  <p:childTnLst>
                                    <p:set>
                                      <p:cBhvr>
                                        <p:cTn dur="1" fill="hold" id="43">
                                          <p:stCondLst>
                                            <p:cond delay="0"/>
                                          </p:stCondLst>
                                        </p:cTn>
                                        <p:tgtEl>
                                          <p:spTgt spid="32"/>
                                        </p:tgtEl>
                                        <p:attrNameLst>
                                          <p:attrName>style.visibility</p:attrName>
                                        </p:attrNameLst>
                                      </p:cBhvr>
                                      <p:to>
                                        <p:strVal val="visible"/>
                                      </p:to>
                                    </p:set>
                                    <p:anim calcmode="lin" valueType="num">
                                      <p:cBhvr additive="base">
                                        <p:cTn dur="500" id="44"/>
                                        <p:tgtEl>
                                          <p:spTgt spid="32"/>
                                        </p:tgtEl>
                                        <p:attrNameLst>
                                          <p:attrName>ppt_y</p:attrName>
                                        </p:attrNameLst>
                                      </p:cBhvr>
                                      <p:tavLst>
                                        <p:tav tm="0">
                                          <p:val>
                                            <p:strVal val="#ppt_y+#ppt_h*1.125000"/>
                                          </p:val>
                                        </p:tav>
                                        <p:tav tm="100000">
                                          <p:val>
                                            <p:strVal val="#ppt_y"/>
                                          </p:val>
                                        </p:tav>
                                      </p:tavLst>
                                    </p:anim>
                                    <p:animEffect filter="wipe(up)" transition="in">
                                      <p:cBhvr>
                                        <p:cTn dur="500" id="45"/>
                                        <p:tgtEl>
                                          <p:spTgt spid="32"/>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P build="p" grpId="0" spid="31"/>
      <p:bldP grpId="0" spid="17"/>
      <p:bldP grpId="0" spid="20"/>
      <p:bldP grpId="0" spid="23"/>
      <p:bldP grpId="0" spid="30"/>
      <p:bldP grpId="0" spid="32"/>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156</Slides>
  <Notes>1</Notes>
  <HiddenSlides>0</HiddenSlides>
  <MMClips>0</MMClips>
  <ScaleCrop>false</ScaleCrop>
  <HeadingPairs>
    <vt:vector size="4" baseType="variant">
      <vt:variant>
        <vt:lpstr>Theme</vt:lpstr>
      </vt:variant>
      <vt:variant>
        <vt:i4>1</vt:i4>
      </vt:variant>
      <vt:variant>
        <vt:lpstr>Slide Titles</vt:lpstr>
      </vt:variant>
      <vt:variant>
        <vt:i4>156</vt:i4>
      </vt:variant>
    </vt:vector>
  </HeadingPairs>
  <TitlesOfParts>
    <vt:vector size="157" baseType="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1764</cp:revision>
  <dcterms:created xsi:type="dcterms:W3CDTF">2021-07-11T13:13:15Z</dcterms:created>
  <dcterms:modified xsi:type="dcterms:W3CDTF">2026-09-09T13:36:01Z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ContentTypeId" pid="2">
    <vt:lpwstr>0x01010079F111ED35F8CC479449609E8A0923A6</vt:lpwstr>
  </property>
  <property fmtid="{D5CDD505-2E9C-101B-9397-08002B2CF9AE}" name="NXPowerLiteLastOptimized" pid="3">
    <vt:lpwstr>6420229</vt:lpwstr>
  </property>
  <property fmtid="{D5CDD505-2E9C-101B-9397-08002B2CF9AE}" name="NXPowerLiteSettings" pid="4">
    <vt:lpwstr>F7000400038000</vt:lpwstr>
  </property>
  <property fmtid="{D5CDD505-2E9C-101B-9397-08002B2CF9AE}" name="NXPowerLiteVersion" pid="5">
    <vt:lpwstr>S11.0.1</vt:lpwstr>
  </property>
</Properties>
</file>